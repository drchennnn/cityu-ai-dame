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7" r:id="rId1"/>
  </p:sldMasterIdLst>
  <p:notesMasterIdLst>
    <p:notesMasterId r:id="rId28"/>
  </p:notesMasterIdLst>
  <p:handoutMasterIdLst>
    <p:handoutMasterId r:id="rId29"/>
  </p:handoutMasterIdLst>
  <p:sldIdLst>
    <p:sldId id="256" r:id="rId2"/>
    <p:sldId id="866" r:id="rId3"/>
    <p:sldId id="260" r:id="rId4"/>
    <p:sldId id="304" r:id="rId5"/>
    <p:sldId id="305" r:id="rId6"/>
    <p:sldId id="307" r:id="rId7"/>
    <p:sldId id="317" r:id="rId8"/>
    <p:sldId id="310" r:id="rId9"/>
    <p:sldId id="309" r:id="rId10"/>
    <p:sldId id="302" r:id="rId11"/>
    <p:sldId id="303" r:id="rId12"/>
    <p:sldId id="318" r:id="rId13"/>
    <p:sldId id="845" r:id="rId14"/>
    <p:sldId id="311" r:id="rId15"/>
    <p:sldId id="312" r:id="rId16"/>
    <p:sldId id="313" r:id="rId17"/>
    <p:sldId id="314" r:id="rId18"/>
    <p:sldId id="315" r:id="rId19"/>
    <p:sldId id="782" r:id="rId20"/>
    <p:sldId id="792" r:id="rId21"/>
    <p:sldId id="794" r:id="rId22"/>
    <p:sldId id="855" r:id="rId23"/>
    <p:sldId id="865" r:id="rId24"/>
    <p:sldId id="335" r:id="rId25"/>
    <p:sldId id="333" r:id="rId26"/>
    <p:sldId id="294" r:id="rId2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3300"/>
    <a:srgbClr val="CC0000"/>
    <a:srgbClr val="CC0A00"/>
    <a:srgbClr val="0066FF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40" autoAdjust="0"/>
    <p:restoredTop sz="94599" autoAdjust="0"/>
  </p:normalViewPr>
  <p:slideViewPr>
    <p:cSldViewPr>
      <p:cViewPr varScale="1">
        <p:scale>
          <a:sx n="66" d="100"/>
          <a:sy n="66" d="100"/>
        </p:scale>
        <p:origin x="162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WU Dapeng" userId="766581d8-4b49-4c74-b70d-570e2257b99b" providerId="ADAL" clId="{397F7349-7FE5-4C8F-8C1E-19EF78815236}"/>
    <pc:docChg chg="modSld">
      <pc:chgData name="Prof. WU Dapeng" userId="766581d8-4b49-4c74-b70d-570e2257b99b" providerId="ADAL" clId="{397F7349-7FE5-4C8F-8C1E-19EF78815236}" dt="2023-08-27T09:16:37.192" v="12"/>
      <pc:docMkLst>
        <pc:docMk/>
      </pc:docMkLst>
      <pc:sldChg chg="modSp mod">
        <pc:chgData name="Prof. WU Dapeng" userId="766581d8-4b49-4c74-b70d-570e2257b99b" providerId="ADAL" clId="{397F7349-7FE5-4C8F-8C1E-19EF78815236}" dt="2023-08-27T09:15:06.065" v="5" actId="20577"/>
        <pc:sldMkLst>
          <pc:docMk/>
          <pc:sldMk cId="0" sldId="256"/>
        </pc:sldMkLst>
        <pc:spChg chg="mod">
          <ac:chgData name="Prof. WU Dapeng" userId="766581d8-4b49-4c74-b70d-570e2257b99b" providerId="ADAL" clId="{397F7349-7FE5-4C8F-8C1E-19EF78815236}" dt="2023-08-27T09:15:06.065" v="5" actId="20577"/>
          <ac:spMkLst>
            <pc:docMk/>
            <pc:sldMk cId="0" sldId="256"/>
            <ac:spMk id="3074" creationId="{00000000-0000-0000-0000-000000000000}"/>
          </ac:spMkLst>
        </pc:spChg>
      </pc:sldChg>
      <pc:sldChg chg="modSp mod">
        <pc:chgData name="Prof. WU Dapeng" userId="766581d8-4b49-4c74-b70d-570e2257b99b" providerId="ADAL" clId="{397F7349-7FE5-4C8F-8C1E-19EF78815236}" dt="2023-08-27T09:16:37.192" v="12"/>
        <pc:sldMkLst>
          <pc:docMk/>
          <pc:sldMk cId="1689715969" sldId="335"/>
        </pc:sldMkLst>
        <pc:graphicFrameChg chg="mod modGraphic">
          <ac:chgData name="Prof. WU Dapeng" userId="766581d8-4b49-4c74-b70d-570e2257b99b" providerId="ADAL" clId="{397F7349-7FE5-4C8F-8C1E-19EF78815236}" dt="2023-08-27T09:16:37.192" v="12"/>
          <ac:graphicFrameMkLst>
            <pc:docMk/>
            <pc:sldMk cId="1689715969" sldId="335"/>
            <ac:graphicFrameMk id="5" creationId="{00000000-0000-0000-0000-000000000000}"/>
          </ac:graphicFrameMkLst>
        </pc:graphicFrameChg>
      </pc:sldChg>
    </pc:docChg>
  </pc:docChgLst>
  <pc:docChgLst>
    <pc:chgData name="Prof. WU Dapeng" userId="766581d8-4b49-4c74-b70d-570e2257b99b" providerId="ADAL" clId="{95649378-E301-49D3-A639-453B991C2CA0}"/>
    <pc:docChg chg="modSld">
      <pc:chgData name="Prof. WU Dapeng" userId="766581d8-4b49-4c74-b70d-570e2257b99b" providerId="ADAL" clId="{95649378-E301-49D3-A639-453B991C2CA0}" dt="2026-08-24T10:19:10.746" v="7" actId="20577"/>
      <pc:docMkLst>
        <pc:docMk/>
      </pc:docMkLst>
      <pc:sldChg chg="modSp mod">
        <pc:chgData name="Prof. WU Dapeng" userId="766581d8-4b49-4c74-b70d-570e2257b99b" providerId="ADAL" clId="{95649378-E301-49D3-A639-453B991C2CA0}" dt="2026-08-24T10:13:40.737" v="3" actId="20577"/>
        <pc:sldMkLst>
          <pc:docMk/>
          <pc:sldMk cId="0" sldId="256"/>
        </pc:sldMkLst>
        <pc:spChg chg="mod">
          <ac:chgData name="Prof. WU Dapeng" userId="766581d8-4b49-4c74-b70d-570e2257b99b" providerId="ADAL" clId="{95649378-E301-49D3-A639-453B991C2CA0}" dt="2026-08-24T10:13:40.737" v="3" actId="20577"/>
          <ac:spMkLst>
            <pc:docMk/>
            <pc:sldMk cId="0" sldId="256"/>
            <ac:spMk id="3074" creationId="{00000000-0000-0000-0000-000000000000}"/>
          </ac:spMkLst>
        </pc:spChg>
      </pc:sldChg>
      <pc:sldChg chg="modSp mod">
        <pc:chgData name="Prof. WU Dapeng" userId="766581d8-4b49-4c74-b70d-570e2257b99b" providerId="ADAL" clId="{95649378-E301-49D3-A639-453B991C2CA0}" dt="2026-08-24T10:19:10.746" v="7" actId="20577"/>
        <pc:sldMkLst>
          <pc:docMk/>
          <pc:sldMk cId="1689715969" sldId="335"/>
        </pc:sldMkLst>
        <pc:graphicFrameChg chg="modGraphic">
          <ac:chgData name="Prof. WU Dapeng" userId="766581d8-4b49-4c74-b70d-570e2257b99b" providerId="ADAL" clId="{95649378-E301-49D3-A639-453B991C2CA0}" dt="2026-08-24T10:19:10.746" v="7" actId="20577"/>
          <ac:graphicFrameMkLst>
            <pc:docMk/>
            <pc:sldMk cId="1689715969" sldId="335"/>
            <ac:graphicFrameMk id="5" creationId="{00000000-0000-0000-0000-000000000000}"/>
          </ac:graphicFrameMkLst>
        </pc:graphicFrameChg>
      </pc:sldChg>
    </pc:docChg>
  </pc:docChgLst>
  <pc:docChgLst>
    <pc:chgData name="Prof. WU Dapeng" userId="766581d8-4b49-4c74-b70d-570e2257b99b" providerId="ADAL" clId="{8A6CA91E-4F1B-4EA8-807D-B90DFD1DB8BC}"/>
    <pc:docChg chg="undo custSel addSld delSld modSld sldOrd modMainMaster">
      <pc:chgData name="Prof. WU Dapeng" userId="766581d8-4b49-4c74-b70d-570e2257b99b" providerId="ADAL" clId="{8A6CA91E-4F1B-4EA8-807D-B90DFD1DB8BC}" dt="2023-01-06T09:44:47.161" v="77" actId="478"/>
      <pc:docMkLst>
        <pc:docMk/>
      </pc:docMkLst>
      <pc:sldChg chg="add">
        <pc:chgData name="Prof. WU Dapeng" userId="766581d8-4b49-4c74-b70d-570e2257b99b" providerId="ADAL" clId="{8A6CA91E-4F1B-4EA8-807D-B90DFD1DB8BC}" dt="2023-01-06T09:18:15.508" v="0"/>
        <pc:sldMkLst>
          <pc:docMk/>
          <pc:sldMk cId="0" sldId="256"/>
        </pc:sldMkLst>
      </pc:sldChg>
      <pc:sldChg chg="delSp modSp">
        <pc:chgData name="Prof. WU Dapeng" userId="766581d8-4b49-4c74-b70d-570e2257b99b" providerId="ADAL" clId="{8A6CA91E-4F1B-4EA8-807D-B90DFD1DB8BC}" dt="2023-01-06T09:42:44.810" v="60" actId="478"/>
        <pc:sldMkLst>
          <pc:docMk/>
          <pc:sldMk cId="0" sldId="260"/>
        </pc:sldMkLst>
        <pc:spChg chg="del mod">
          <ac:chgData name="Prof. WU Dapeng" userId="766581d8-4b49-4c74-b70d-570e2257b99b" providerId="ADAL" clId="{8A6CA91E-4F1B-4EA8-807D-B90DFD1DB8BC}" dt="2023-01-06T09:42:44.810" v="60" actId="478"/>
          <ac:spMkLst>
            <pc:docMk/>
            <pc:sldMk cId="0" sldId="260"/>
            <ac:spMk id="6146" creationId="{51B6AF69-926A-2D57-45E8-4465E95E218B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260"/>
            <ac:spMk id="6147" creationId="{E0CBEBFD-DCA9-C18C-319D-AC6C5CA526D9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260"/>
            <ac:spMk id="6148" creationId="{2A7F73BF-0A8C-CD28-03FE-931807DFDD2C}"/>
          </ac:spMkLst>
        </pc:spChg>
      </pc:sldChg>
      <pc:sldChg chg="del">
        <pc:chgData name="Prof. WU Dapeng" userId="766581d8-4b49-4c74-b70d-570e2257b99b" providerId="ADAL" clId="{8A6CA91E-4F1B-4EA8-807D-B90DFD1DB8BC}" dt="2023-01-06T09:18:35.255" v="1" actId="2696"/>
        <pc:sldMkLst>
          <pc:docMk/>
          <pc:sldMk cId="0" sldId="293"/>
        </pc:sldMkLst>
      </pc:sldChg>
      <pc:sldChg chg="delSp modSp">
        <pc:chgData name="Prof. WU Dapeng" userId="766581d8-4b49-4c74-b70d-570e2257b99b" providerId="ADAL" clId="{8A6CA91E-4F1B-4EA8-807D-B90DFD1DB8BC}" dt="2023-01-06T09:44:47.161" v="77" actId="478"/>
        <pc:sldMkLst>
          <pc:docMk/>
          <pc:sldMk cId="0" sldId="294"/>
        </pc:sldMkLst>
        <pc:spChg chg="del mod">
          <ac:chgData name="Prof. WU Dapeng" userId="766581d8-4b49-4c74-b70d-570e2257b99b" providerId="ADAL" clId="{8A6CA91E-4F1B-4EA8-807D-B90DFD1DB8BC}" dt="2023-01-06T09:44:47.161" v="77" actId="478"/>
          <ac:spMkLst>
            <pc:docMk/>
            <pc:sldMk cId="0" sldId="294"/>
            <ac:spMk id="21506" creationId="{E4E2E26D-E326-DA71-2F5E-7B5B57D6FDEC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294"/>
            <ac:spMk id="21507" creationId="{EBFD9A07-A9BE-2721-AA2A-578C9F97EFF3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294"/>
            <ac:spMk id="21508" creationId="{B1AAA4A3-EFEF-83A3-666F-37B8EFC4B773}"/>
          </ac:spMkLst>
        </pc:spChg>
      </pc:sldChg>
      <pc:sldChg chg="delSp modSp">
        <pc:chgData name="Prof. WU Dapeng" userId="766581d8-4b49-4c74-b70d-570e2257b99b" providerId="ADAL" clId="{8A6CA91E-4F1B-4EA8-807D-B90DFD1DB8BC}" dt="2023-01-06T09:43:39.424" v="68" actId="478"/>
        <pc:sldMkLst>
          <pc:docMk/>
          <pc:sldMk cId="0" sldId="302"/>
        </pc:sldMkLst>
        <pc:spChg chg="del mod">
          <ac:chgData name="Prof. WU Dapeng" userId="766581d8-4b49-4c74-b70d-570e2257b99b" providerId="ADAL" clId="{8A6CA91E-4F1B-4EA8-807D-B90DFD1DB8BC}" dt="2023-01-06T09:43:39.424" v="68" actId="478"/>
          <ac:spMkLst>
            <pc:docMk/>
            <pc:sldMk cId="0" sldId="302"/>
            <ac:spMk id="13314" creationId="{7CB02F04-B0BD-2C67-F76C-B77799DEADDA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302"/>
            <ac:spMk id="13315" creationId="{F2098029-C93B-4A9A-ADD9-13343D8A5835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302"/>
            <ac:spMk id="13316" creationId="{FF949686-6F42-E788-EBAA-6D3683B8E9C9}"/>
          </ac:spMkLst>
        </pc:spChg>
      </pc:sldChg>
      <pc:sldChg chg="delSp modSp mod">
        <pc:chgData name="Prof. WU Dapeng" userId="766581d8-4b49-4c74-b70d-570e2257b99b" providerId="ADAL" clId="{8A6CA91E-4F1B-4EA8-807D-B90DFD1DB8BC}" dt="2023-01-06T09:43:44.336" v="69" actId="478"/>
        <pc:sldMkLst>
          <pc:docMk/>
          <pc:sldMk cId="0" sldId="303"/>
        </pc:sldMkLst>
        <pc:spChg chg="del mod">
          <ac:chgData name="Prof. WU Dapeng" userId="766581d8-4b49-4c74-b70d-570e2257b99b" providerId="ADAL" clId="{8A6CA91E-4F1B-4EA8-807D-B90DFD1DB8BC}" dt="2023-01-06T09:43:44.336" v="69" actId="478"/>
          <ac:spMkLst>
            <pc:docMk/>
            <pc:sldMk cId="0" sldId="303"/>
            <ac:spMk id="14338" creationId="{0E45E5C9-1928-97A1-FBDE-F2C9DE19792D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303"/>
            <ac:spMk id="14339" creationId="{DF7A4E1E-451E-323B-9544-22F4B101037E}"/>
          </ac:spMkLst>
        </pc:spChg>
        <pc:spChg chg="mod">
          <ac:chgData name="Prof. WU Dapeng" userId="766581d8-4b49-4c74-b70d-570e2257b99b" providerId="ADAL" clId="{8A6CA91E-4F1B-4EA8-807D-B90DFD1DB8BC}" dt="2023-01-06T09:36:38.772" v="36" actId="20577"/>
          <ac:spMkLst>
            <pc:docMk/>
            <pc:sldMk cId="0" sldId="303"/>
            <ac:spMk id="14340" creationId="{AC7F0874-83FE-CDC1-876B-6AA5DBE99B12}"/>
          </ac:spMkLst>
        </pc:spChg>
      </pc:sldChg>
      <pc:sldChg chg="delSp modSp mod">
        <pc:chgData name="Prof. WU Dapeng" userId="766581d8-4b49-4c74-b70d-570e2257b99b" providerId="ADAL" clId="{8A6CA91E-4F1B-4EA8-807D-B90DFD1DB8BC}" dt="2023-01-06T09:42:48.362" v="61" actId="478"/>
        <pc:sldMkLst>
          <pc:docMk/>
          <pc:sldMk cId="0" sldId="304"/>
        </pc:sldMkLst>
        <pc:spChg chg="del mod">
          <ac:chgData name="Prof. WU Dapeng" userId="766581d8-4b49-4c74-b70d-570e2257b99b" providerId="ADAL" clId="{8A6CA91E-4F1B-4EA8-807D-B90DFD1DB8BC}" dt="2023-01-06T09:42:48.362" v="61" actId="478"/>
          <ac:spMkLst>
            <pc:docMk/>
            <pc:sldMk cId="0" sldId="304"/>
            <ac:spMk id="7170" creationId="{54A4C641-81A8-00E6-8785-FC7A0BE81BE4}"/>
          </ac:spMkLst>
        </pc:spChg>
        <pc:spChg chg="mod">
          <ac:chgData name="Prof. WU Dapeng" userId="766581d8-4b49-4c74-b70d-570e2257b99b" providerId="ADAL" clId="{8A6CA91E-4F1B-4EA8-807D-B90DFD1DB8BC}" dt="2023-01-06T09:33:48.855" v="18" actId="108"/>
          <ac:spMkLst>
            <pc:docMk/>
            <pc:sldMk cId="0" sldId="304"/>
            <ac:spMk id="7171" creationId="{2EE347F8-1F1D-B085-A8A3-CDB1B6E931C4}"/>
          </ac:spMkLst>
        </pc:spChg>
      </pc:sldChg>
      <pc:sldChg chg="delSp modSp mod">
        <pc:chgData name="Prof. WU Dapeng" userId="766581d8-4b49-4c74-b70d-570e2257b99b" providerId="ADAL" clId="{8A6CA91E-4F1B-4EA8-807D-B90DFD1DB8BC}" dt="2023-01-06T09:42:50.887" v="62" actId="478"/>
        <pc:sldMkLst>
          <pc:docMk/>
          <pc:sldMk cId="0" sldId="305"/>
        </pc:sldMkLst>
        <pc:spChg chg="del mod">
          <ac:chgData name="Prof. WU Dapeng" userId="766581d8-4b49-4c74-b70d-570e2257b99b" providerId="ADAL" clId="{8A6CA91E-4F1B-4EA8-807D-B90DFD1DB8BC}" dt="2023-01-06T09:42:50.887" v="62" actId="478"/>
          <ac:spMkLst>
            <pc:docMk/>
            <pc:sldMk cId="0" sldId="305"/>
            <ac:spMk id="8194" creationId="{EFF5B251-93EB-1C17-A3A5-429BF09859D0}"/>
          </ac:spMkLst>
        </pc:spChg>
        <pc:spChg chg="mod">
          <ac:chgData name="Prof. WU Dapeng" userId="766581d8-4b49-4c74-b70d-570e2257b99b" providerId="ADAL" clId="{8A6CA91E-4F1B-4EA8-807D-B90DFD1DB8BC}" dt="2023-01-06T09:33:54.156" v="19" actId="108"/>
          <ac:spMkLst>
            <pc:docMk/>
            <pc:sldMk cId="0" sldId="305"/>
            <ac:spMk id="8195" creationId="{CC5C434F-0C19-3728-039B-DAFD943D351A}"/>
          </ac:spMkLst>
        </pc:spChg>
      </pc:sldChg>
      <pc:sldChg chg="delSp modSp mod">
        <pc:chgData name="Prof. WU Dapeng" userId="766581d8-4b49-4c74-b70d-570e2257b99b" providerId="ADAL" clId="{8A6CA91E-4F1B-4EA8-807D-B90DFD1DB8BC}" dt="2023-01-06T09:42:53.561" v="63" actId="478"/>
        <pc:sldMkLst>
          <pc:docMk/>
          <pc:sldMk cId="0" sldId="307"/>
        </pc:sldMkLst>
        <pc:spChg chg="del mod">
          <ac:chgData name="Prof. WU Dapeng" userId="766581d8-4b49-4c74-b70d-570e2257b99b" providerId="ADAL" clId="{8A6CA91E-4F1B-4EA8-807D-B90DFD1DB8BC}" dt="2023-01-06T09:42:53.561" v="63" actId="478"/>
          <ac:spMkLst>
            <pc:docMk/>
            <pc:sldMk cId="0" sldId="307"/>
            <ac:spMk id="9218" creationId="{C85C8D68-6AEE-AA55-3AED-FDE1407A6175}"/>
          </ac:spMkLst>
        </pc:spChg>
        <pc:spChg chg="mod">
          <ac:chgData name="Prof. WU Dapeng" userId="766581d8-4b49-4c74-b70d-570e2257b99b" providerId="ADAL" clId="{8A6CA91E-4F1B-4EA8-807D-B90DFD1DB8BC}" dt="2023-01-06T09:33:58.478" v="20" actId="108"/>
          <ac:spMkLst>
            <pc:docMk/>
            <pc:sldMk cId="0" sldId="307"/>
            <ac:spMk id="9219" creationId="{CDEDEA99-1300-438A-FB4E-25A3526DA584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307"/>
            <ac:spMk id="9220" creationId="{61A8823F-55F1-6111-5BA2-2F58B7184B23}"/>
          </ac:spMkLst>
        </pc:spChg>
      </pc:sldChg>
      <pc:sldChg chg="delSp modSp">
        <pc:chgData name="Prof. WU Dapeng" userId="766581d8-4b49-4c74-b70d-570e2257b99b" providerId="ADAL" clId="{8A6CA91E-4F1B-4EA8-807D-B90DFD1DB8BC}" dt="2023-01-06T09:43:34.017" v="67" actId="478"/>
        <pc:sldMkLst>
          <pc:docMk/>
          <pc:sldMk cId="0" sldId="309"/>
        </pc:sldMkLst>
        <pc:spChg chg="del mod">
          <ac:chgData name="Prof. WU Dapeng" userId="766581d8-4b49-4c74-b70d-570e2257b99b" providerId="ADAL" clId="{8A6CA91E-4F1B-4EA8-807D-B90DFD1DB8BC}" dt="2023-01-06T09:43:34.017" v="67" actId="478"/>
          <ac:spMkLst>
            <pc:docMk/>
            <pc:sldMk cId="0" sldId="309"/>
            <ac:spMk id="12290" creationId="{81B99093-7F4F-DF7C-ACE0-1A380D31FE3F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309"/>
            <ac:spMk id="12291" creationId="{B15FBA7A-7BED-9293-BCC3-8C82D0FDA6AA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309"/>
            <ac:spMk id="12292" creationId="{11860251-DBE6-915B-8E0B-F7797CF594BD}"/>
          </ac:spMkLst>
        </pc:spChg>
      </pc:sldChg>
      <pc:sldChg chg="delSp modSp">
        <pc:chgData name="Prof. WU Dapeng" userId="766581d8-4b49-4c74-b70d-570e2257b99b" providerId="ADAL" clId="{8A6CA91E-4F1B-4EA8-807D-B90DFD1DB8BC}" dt="2023-01-06T09:43:23.220" v="66" actId="21"/>
        <pc:sldMkLst>
          <pc:docMk/>
          <pc:sldMk cId="0" sldId="310"/>
        </pc:sldMkLst>
        <pc:spChg chg="del mod">
          <ac:chgData name="Prof. WU Dapeng" userId="766581d8-4b49-4c74-b70d-570e2257b99b" providerId="ADAL" clId="{8A6CA91E-4F1B-4EA8-807D-B90DFD1DB8BC}" dt="2023-01-06T09:43:23.220" v="66" actId="21"/>
          <ac:spMkLst>
            <pc:docMk/>
            <pc:sldMk cId="0" sldId="310"/>
            <ac:spMk id="11266" creationId="{735C9872-3A4E-8025-9A57-DE78F4E44C3A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310"/>
            <ac:spMk id="11286" creationId="{9F56869E-B5CE-0698-2A82-0C0CE3F72961}"/>
          </ac:spMkLst>
        </pc:spChg>
      </pc:sldChg>
      <pc:sldChg chg="delSp modSp mod">
        <pc:chgData name="Prof. WU Dapeng" userId="766581d8-4b49-4c74-b70d-570e2257b99b" providerId="ADAL" clId="{8A6CA91E-4F1B-4EA8-807D-B90DFD1DB8BC}" dt="2023-01-06T09:44:01.501" v="71" actId="478"/>
        <pc:sldMkLst>
          <pc:docMk/>
          <pc:sldMk cId="0" sldId="311"/>
        </pc:sldMkLst>
        <pc:spChg chg="del mod">
          <ac:chgData name="Prof. WU Dapeng" userId="766581d8-4b49-4c74-b70d-570e2257b99b" providerId="ADAL" clId="{8A6CA91E-4F1B-4EA8-807D-B90DFD1DB8BC}" dt="2023-01-06T09:44:01.501" v="71" actId="478"/>
          <ac:spMkLst>
            <pc:docMk/>
            <pc:sldMk cId="0" sldId="311"/>
            <ac:spMk id="16386" creationId="{B59B4F0B-D077-0567-629B-F4EE12C2AB8F}"/>
          </ac:spMkLst>
        </pc:spChg>
        <pc:spChg chg="mod">
          <ac:chgData name="Prof. WU Dapeng" userId="766581d8-4b49-4c74-b70d-570e2257b99b" providerId="ADAL" clId="{8A6CA91E-4F1B-4EA8-807D-B90DFD1DB8BC}" dt="2023-01-06T09:37:22.765" v="38" actId="255"/>
          <ac:spMkLst>
            <pc:docMk/>
            <pc:sldMk cId="0" sldId="311"/>
            <ac:spMk id="16387" creationId="{379852AC-1AF7-4680-0FEA-45509B3A64FA}"/>
          </ac:spMkLst>
        </pc:spChg>
      </pc:sldChg>
      <pc:sldChg chg="delSp modSp mod">
        <pc:chgData name="Prof. WU Dapeng" userId="766581d8-4b49-4c74-b70d-570e2257b99b" providerId="ADAL" clId="{8A6CA91E-4F1B-4EA8-807D-B90DFD1DB8BC}" dt="2023-01-06T09:44:18.165" v="73" actId="478"/>
        <pc:sldMkLst>
          <pc:docMk/>
          <pc:sldMk cId="0" sldId="312"/>
        </pc:sldMkLst>
        <pc:spChg chg="del mod">
          <ac:chgData name="Prof. WU Dapeng" userId="766581d8-4b49-4c74-b70d-570e2257b99b" providerId="ADAL" clId="{8A6CA91E-4F1B-4EA8-807D-B90DFD1DB8BC}" dt="2023-01-06T09:44:18.165" v="73" actId="478"/>
          <ac:spMkLst>
            <pc:docMk/>
            <pc:sldMk cId="0" sldId="312"/>
            <ac:spMk id="17410" creationId="{1F7B1EE1-9A5F-E114-0CF6-11B0234255D3}"/>
          </ac:spMkLst>
        </pc:spChg>
        <pc:spChg chg="mod">
          <ac:chgData name="Prof. WU Dapeng" userId="766581d8-4b49-4c74-b70d-570e2257b99b" providerId="ADAL" clId="{8A6CA91E-4F1B-4EA8-807D-B90DFD1DB8BC}" dt="2023-01-06T09:37:56.112" v="39" actId="255"/>
          <ac:spMkLst>
            <pc:docMk/>
            <pc:sldMk cId="0" sldId="312"/>
            <ac:spMk id="17411" creationId="{CE2B042D-A626-D797-53AA-3EE6D63AC162}"/>
          </ac:spMkLst>
        </pc:spChg>
        <pc:spChg chg="del">
          <ac:chgData name="Prof. WU Dapeng" userId="766581d8-4b49-4c74-b70d-570e2257b99b" providerId="ADAL" clId="{8A6CA91E-4F1B-4EA8-807D-B90DFD1DB8BC}" dt="2023-01-06T09:38:13.569" v="41" actId="21"/>
          <ac:spMkLst>
            <pc:docMk/>
            <pc:sldMk cId="0" sldId="312"/>
            <ac:spMk id="17412" creationId="{2A9A3D3F-3879-0DD0-8E1D-59002316DE63}"/>
          </ac:spMkLst>
        </pc:spChg>
        <pc:spChg chg="del">
          <ac:chgData name="Prof. WU Dapeng" userId="766581d8-4b49-4c74-b70d-570e2257b99b" providerId="ADAL" clId="{8A6CA91E-4F1B-4EA8-807D-B90DFD1DB8BC}" dt="2023-01-06T09:38:04.598" v="40" actId="478"/>
          <ac:spMkLst>
            <pc:docMk/>
            <pc:sldMk cId="0" sldId="312"/>
            <ac:spMk id="17413" creationId="{FE0C3FD7-ED82-A247-33A3-F448C8FE7B5B}"/>
          </ac:spMkLst>
        </pc:spChg>
        <pc:spChg chg="mod">
          <ac:chgData name="Prof. WU Dapeng" userId="766581d8-4b49-4c74-b70d-570e2257b99b" providerId="ADAL" clId="{8A6CA91E-4F1B-4EA8-807D-B90DFD1DB8BC}" dt="2023-01-06T09:38:42.994" v="44" actId="1076"/>
          <ac:spMkLst>
            <pc:docMk/>
            <pc:sldMk cId="0" sldId="312"/>
            <ac:spMk id="17417" creationId="{E5C0A49B-4D5D-59E2-5F91-FA80475FC409}"/>
          </ac:spMkLst>
        </pc:spChg>
      </pc:sldChg>
      <pc:sldChg chg="delSp modSp mod">
        <pc:chgData name="Prof. WU Dapeng" userId="766581d8-4b49-4c74-b70d-570e2257b99b" providerId="ADAL" clId="{8A6CA91E-4F1B-4EA8-807D-B90DFD1DB8BC}" dt="2023-01-06T09:44:25.156" v="74" actId="478"/>
        <pc:sldMkLst>
          <pc:docMk/>
          <pc:sldMk cId="0" sldId="313"/>
        </pc:sldMkLst>
        <pc:spChg chg="del mod">
          <ac:chgData name="Prof. WU Dapeng" userId="766581d8-4b49-4c74-b70d-570e2257b99b" providerId="ADAL" clId="{8A6CA91E-4F1B-4EA8-807D-B90DFD1DB8BC}" dt="2023-01-06T09:44:25.156" v="74" actId="478"/>
          <ac:spMkLst>
            <pc:docMk/>
            <pc:sldMk cId="0" sldId="313"/>
            <ac:spMk id="18434" creationId="{F9D3D264-8069-9C27-6224-F3EAE032A196}"/>
          </ac:spMkLst>
        </pc:spChg>
        <pc:spChg chg="mod">
          <ac:chgData name="Prof. WU Dapeng" userId="766581d8-4b49-4c74-b70d-570e2257b99b" providerId="ADAL" clId="{8A6CA91E-4F1B-4EA8-807D-B90DFD1DB8BC}" dt="2023-01-06T09:39:51.769" v="57" actId="20577"/>
          <ac:spMkLst>
            <pc:docMk/>
            <pc:sldMk cId="0" sldId="313"/>
            <ac:spMk id="18435" creationId="{D2B5B5FB-322F-821E-ED1C-F9F78D908D46}"/>
          </ac:spMkLst>
        </pc:spChg>
      </pc:sldChg>
      <pc:sldChg chg="delSp modSp mod">
        <pc:chgData name="Prof. WU Dapeng" userId="766581d8-4b49-4c74-b70d-570e2257b99b" providerId="ADAL" clId="{8A6CA91E-4F1B-4EA8-807D-B90DFD1DB8BC}" dt="2023-01-06T09:44:29.907" v="75" actId="478"/>
        <pc:sldMkLst>
          <pc:docMk/>
          <pc:sldMk cId="0" sldId="314"/>
        </pc:sldMkLst>
        <pc:spChg chg="del mod">
          <ac:chgData name="Prof. WU Dapeng" userId="766581d8-4b49-4c74-b70d-570e2257b99b" providerId="ADAL" clId="{8A6CA91E-4F1B-4EA8-807D-B90DFD1DB8BC}" dt="2023-01-06T09:44:29.907" v="75" actId="478"/>
          <ac:spMkLst>
            <pc:docMk/>
            <pc:sldMk cId="0" sldId="314"/>
            <ac:spMk id="19458" creationId="{A7CC3FB5-EE81-12D2-C163-74245C22DD0E}"/>
          </ac:spMkLst>
        </pc:spChg>
        <pc:spChg chg="mod">
          <ac:chgData name="Prof. WU Dapeng" userId="766581d8-4b49-4c74-b70d-570e2257b99b" providerId="ADAL" clId="{8A6CA91E-4F1B-4EA8-807D-B90DFD1DB8BC}" dt="2023-01-06T09:40:18.185" v="59" actId="1076"/>
          <ac:spMkLst>
            <pc:docMk/>
            <pc:sldMk cId="0" sldId="314"/>
            <ac:spMk id="19459" creationId="{643B869C-2CFC-D51A-817B-1A8E0BF11A83}"/>
          </ac:spMkLst>
        </pc:spChg>
      </pc:sldChg>
      <pc:sldChg chg="delSp modSp mod">
        <pc:chgData name="Prof. WU Dapeng" userId="766581d8-4b49-4c74-b70d-570e2257b99b" providerId="ADAL" clId="{8A6CA91E-4F1B-4EA8-807D-B90DFD1DB8BC}" dt="2023-01-06T09:44:34.506" v="76" actId="478"/>
        <pc:sldMkLst>
          <pc:docMk/>
          <pc:sldMk cId="0" sldId="315"/>
        </pc:sldMkLst>
        <pc:spChg chg="del mod">
          <ac:chgData name="Prof. WU Dapeng" userId="766581d8-4b49-4c74-b70d-570e2257b99b" providerId="ADAL" clId="{8A6CA91E-4F1B-4EA8-807D-B90DFD1DB8BC}" dt="2023-01-06T09:44:34.506" v="76" actId="478"/>
          <ac:spMkLst>
            <pc:docMk/>
            <pc:sldMk cId="0" sldId="315"/>
            <ac:spMk id="20482" creationId="{CA72909F-DBD8-EE45-1E6A-1A4C3F5F6282}"/>
          </ac:spMkLst>
        </pc:spChg>
        <pc:spChg chg="mod">
          <ac:chgData name="Prof. WU Dapeng" userId="766581d8-4b49-4c74-b70d-570e2257b99b" providerId="ADAL" clId="{8A6CA91E-4F1B-4EA8-807D-B90DFD1DB8BC}" dt="2023-01-06T09:34:41.798" v="28" actId="108"/>
          <ac:spMkLst>
            <pc:docMk/>
            <pc:sldMk cId="0" sldId="315"/>
            <ac:spMk id="20483" creationId="{4F04454E-FD4C-79EB-6CA2-1AD0C6096E97}"/>
          </ac:spMkLst>
        </pc:spChg>
      </pc:sldChg>
      <pc:sldChg chg="delSp modSp mod">
        <pc:chgData name="Prof. WU Dapeng" userId="766581d8-4b49-4c74-b70d-570e2257b99b" providerId="ADAL" clId="{8A6CA91E-4F1B-4EA8-807D-B90DFD1DB8BC}" dt="2023-01-06T09:43:12.063" v="65" actId="478"/>
        <pc:sldMkLst>
          <pc:docMk/>
          <pc:sldMk cId="0" sldId="317"/>
        </pc:sldMkLst>
        <pc:spChg chg="del mod">
          <ac:chgData name="Prof. WU Dapeng" userId="766581d8-4b49-4c74-b70d-570e2257b99b" providerId="ADAL" clId="{8A6CA91E-4F1B-4EA8-807D-B90DFD1DB8BC}" dt="2023-01-06T09:43:12.063" v="65" actId="478"/>
          <ac:spMkLst>
            <pc:docMk/>
            <pc:sldMk cId="0" sldId="317"/>
            <ac:spMk id="10242" creationId="{4F00183A-5D13-92A7-3177-77D3A71A7AC0}"/>
          </ac:spMkLst>
        </pc:spChg>
        <pc:spChg chg="mod">
          <ac:chgData name="Prof. WU Dapeng" userId="766581d8-4b49-4c74-b70d-570e2257b99b" providerId="ADAL" clId="{8A6CA91E-4F1B-4EA8-807D-B90DFD1DB8BC}" dt="2023-01-06T09:35:57.251" v="29" actId="1076"/>
          <ac:spMkLst>
            <pc:docMk/>
            <pc:sldMk cId="0" sldId="317"/>
            <ac:spMk id="10243" creationId="{EA5AC0B5-D612-3EF8-AA65-37EE762E517D}"/>
          </ac:spMkLst>
        </pc:spChg>
      </pc:sldChg>
      <pc:sldChg chg="delSp modSp">
        <pc:chgData name="Prof. WU Dapeng" userId="766581d8-4b49-4c74-b70d-570e2257b99b" providerId="ADAL" clId="{8A6CA91E-4F1B-4EA8-807D-B90DFD1DB8BC}" dt="2023-01-06T09:43:48.731" v="70" actId="478"/>
        <pc:sldMkLst>
          <pc:docMk/>
          <pc:sldMk cId="0" sldId="318"/>
        </pc:sldMkLst>
        <pc:spChg chg="del mod">
          <ac:chgData name="Prof. WU Dapeng" userId="766581d8-4b49-4c74-b70d-570e2257b99b" providerId="ADAL" clId="{8A6CA91E-4F1B-4EA8-807D-B90DFD1DB8BC}" dt="2023-01-06T09:43:48.731" v="70" actId="478"/>
          <ac:spMkLst>
            <pc:docMk/>
            <pc:sldMk cId="0" sldId="318"/>
            <ac:spMk id="15362" creationId="{101DBADE-A393-3FF9-C1A4-E2698BA6620F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318"/>
            <ac:spMk id="15363" creationId="{CE405520-6F79-579D-8122-71D3B9C5F2E3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318"/>
            <ac:spMk id="15364" creationId="{917247BA-44C4-ED94-B651-99F94E181811}"/>
          </ac:spMkLst>
        </pc:spChg>
      </pc:sldChg>
      <pc:sldChg chg="modSp add">
        <pc:chgData name="Prof. WU Dapeng" userId="766581d8-4b49-4c74-b70d-570e2257b99b" providerId="ADAL" clId="{8A6CA91E-4F1B-4EA8-807D-B90DFD1DB8BC}" dt="2023-01-06T09:31:43.508" v="17"/>
        <pc:sldMkLst>
          <pc:docMk/>
          <pc:sldMk cId="5602660" sldId="333"/>
        </pc:sldMkLst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5602660" sldId="333"/>
            <ac:spMk id="8194" creationId="{00000000-0000-0000-0000-000000000000}"/>
          </ac:spMkLst>
        </pc:spChg>
      </pc:sldChg>
      <pc:sldChg chg="modSp add">
        <pc:chgData name="Prof. WU Dapeng" userId="766581d8-4b49-4c74-b70d-570e2257b99b" providerId="ADAL" clId="{8A6CA91E-4F1B-4EA8-807D-B90DFD1DB8BC}" dt="2023-01-06T09:31:43.508" v="17"/>
        <pc:sldMkLst>
          <pc:docMk/>
          <pc:sldMk cId="1689715969" sldId="335"/>
        </pc:sldMkLst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1689715969" sldId="335"/>
            <ac:spMk id="7170" creationId="{00000000-0000-0000-0000-000000000000}"/>
          </ac:spMkLst>
        </pc:spChg>
      </pc:sldChg>
      <pc:sldChg chg="modSp add">
        <pc:chgData name="Prof. WU Dapeng" userId="766581d8-4b49-4c74-b70d-570e2257b99b" providerId="ADAL" clId="{8A6CA91E-4F1B-4EA8-807D-B90DFD1DB8BC}" dt="2023-01-06T09:31:43.508" v="17"/>
        <pc:sldMkLst>
          <pc:docMk/>
          <pc:sldMk cId="0" sldId="782"/>
        </pc:sldMkLst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782"/>
            <ac:spMk id="827394" creationId="{00000000-0000-0000-0000-000000000000}"/>
          </ac:spMkLst>
        </pc:spChg>
      </pc:sldChg>
      <pc:sldChg chg="modSp add">
        <pc:chgData name="Prof. WU Dapeng" userId="766581d8-4b49-4c74-b70d-570e2257b99b" providerId="ADAL" clId="{8A6CA91E-4F1B-4EA8-807D-B90DFD1DB8BC}" dt="2023-01-06T09:31:43.508" v="17"/>
        <pc:sldMkLst>
          <pc:docMk/>
          <pc:sldMk cId="0" sldId="792"/>
        </pc:sldMkLst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792"/>
            <ac:spMk id="936962" creationId="{00000000-0000-0000-0000-000000000000}"/>
          </ac:spMkLst>
        </pc:spChg>
      </pc:sldChg>
      <pc:sldChg chg="modSp add">
        <pc:chgData name="Prof. WU Dapeng" userId="766581d8-4b49-4c74-b70d-570e2257b99b" providerId="ADAL" clId="{8A6CA91E-4F1B-4EA8-807D-B90DFD1DB8BC}" dt="2023-01-06T09:31:43.508" v="17"/>
        <pc:sldMkLst>
          <pc:docMk/>
          <pc:sldMk cId="0" sldId="794"/>
        </pc:sldMkLst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0" sldId="794"/>
            <ac:spMk id="2" creationId="{00000000-0000-0000-0000-000000000000}"/>
          </ac:spMkLst>
        </pc:spChg>
      </pc:sldChg>
      <pc:sldChg chg="modSp add ord">
        <pc:chgData name="Prof. WU Dapeng" userId="766581d8-4b49-4c74-b70d-570e2257b99b" providerId="ADAL" clId="{8A6CA91E-4F1B-4EA8-807D-B90DFD1DB8BC}" dt="2023-01-06T09:37:01.208" v="37" actId="14100"/>
        <pc:sldMkLst>
          <pc:docMk/>
          <pc:sldMk cId="3544958319" sldId="845"/>
        </pc:sldMkLst>
        <pc:spChg chg="mod">
          <ac:chgData name="Prof. WU Dapeng" userId="766581d8-4b49-4c74-b70d-570e2257b99b" providerId="ADAL" clId="{8A6CA91E-4F1B-4EA8-807D-B90DFD1DB8BC}" dt="2023-01-06T09:37:01.208" v="37" actId="14100"/>
          <ac:spMkLst>
            <pc:docMk/>
            <pc:sldMk cId="3544958319" sldId="845"/>
            <ac:spMk id="2" creationId="{00000000-0000-0000-0000-000000000000}"/>
          </ac:spMkLst>
        </pc:spChg>
      </pc:sldChg>
      <pc:sldChg chg="add">
        <pc:chgData name="Prof. WU Dapeng" userId="766581d8-4b49-4c74-b70d-570e2257b99b" providerId="ADAL" clId="{8A6CA91E-4F1B-4EA8-807D-B90DFD1DB8BC}" dt="2023-01-06T09:24:30.866" v="6"/>
        <pc:sldMkLst>
          <pc:docMk/>
          <pc:sldMk cId="699800004" sldId="855"/>
        </pc:sldMkLst>
      </pc:sldChg>
      <pc:sldChg chg="add del">
        <pc:chgData name="Prof. WU Dapeng" userId="766581d8-4b49-4c74-b70d-570e2257b99b" providerId="ADAL" clId="{8A6CA91E-4F1B-4EA8-807D-B90DFD1DB8BC}" dt="2023-01-06T09:27:36.866" v="14" actId="47"/>
        <pc:sldMkLst>
          <pc:docMk/>
          <pc:sldMk cId="2828628367" sldId="863"/>
        </pc:sldMkLst>
      </pc:sldChg>
      <pc:sldChg chg="modSp add">
        <pc:chgData name="Prof. WU Dapeng" userId="766581d8-4b49-4c74-b70d-570e2257b99b" providerId="ADAL" clId="{8A6CA91E-4F1B-4EA8-807D-B90DFD1DB8BC}" dt="2023-01-06T09:31:43.508" v="17"/>
        <pc:sldMkLst>
          <pc:docMk/>
          <pc:sldMk cId="1730192890" sldId="865"/>
        </pc:sldMkLst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1730192890" sldId="865"/>
            <ac:spMk id="4098" creationId="{00000000-0000-0000-0000-000000000000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1730192890" sldId="865"/>
            <ac:spMk id="4099" creationId="{00000000-0000-0000-0000-000000000000}"/>
          </ac:spMkLst>
        </pc:spChg>
      </pc:sldChg>
      <pc:sldChg chg="add del">
        <pc:chgData name="Prof. WU Dapeng" userId="766581d8-4b49-4c74-b70d-570e2257b99b" providerId="ADAL" clId="{8A6CA91E-4F1B-4EA8-807D-B90DFD1DB8BC}" dt="2023-01-06T09:26:35.009" v="8"/>
        <pc:sldMkLst>
          <pc:docMk/>
          <pc:sldMk cId="485287150" sldId="866"/>
        </pc:sldMkLst>
      </pc:sldChg>
      <pc:sldChg chg="modSp add mod ord">
        <pc:chgData name="Prof. WU Dapeng" userId="766581d8-4b49-4c74-b70d-570e2257b99b" providerId="ADAL" clId="{8A6CA91E-4F1B-4EA8-807D-B90DFD1DB8BC}" dt="2023-01-06T09:31:43.508" v="17"/>
        <pc:sldMkLst>
          <pc:docMk/>
          <pc:sldMk cId="1450281258" sldId="866"/>
        </pc:sldMkLst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1450281258" sldId="866"/>
            <ac:spMk id="4098" creationId="{00000000-0000-0000-0000-000000000000}"/>
          </ac:spMkLst>
        </pc:spChg>
        <pc:spChg chg="mod">
          <ac:chgData name="Prof. WU Dapeng" userId="766581d8-4b49-4c74-b70d-570e2257b99b" providerId="ADAL" clId="{8A6CA91E-4F1B-4EA8-807D-B90DFD1DB8BC}" dt="2023-01-06T09:31:43.508" v="17"/>
          <ac:spMkLst>
            <pc:docMk/>
            <pc:sldMk cId="1450281258" sldId="866"/>
            <ac:spMk id="4099" creationId="{00000000-0000-0000-0000-000000000000}"/>
          </ac:spMkLst>
        </pc:spChg>
      </pc:sldChg>
      <pc:sldMasterChg chg="modSldLayout">
        <pc:chgData name="Prof. WU Dapeng" userId="766581d8-4b49-4c74-b70d-570e2257b99b" providerId="ADAL" clId="{8A6CA91E-4F1B-4EA8-807D-B90DFD1DB8BC}" dt="2023-01-06T09:30:50.207" v="16" actId="207"/>
        <pc:sldMasterMkLst>
          <pc:docMk/>
          <pc:sldMasterMk cId="0" sldId="2147483649"/>
        </pc:sldMasterMkLst>
        <pc:sldLayoutChg chg="modSp">
          <pc:chgData name="Prof. WU Dapeng" userId="766581d8-4b49-4c74-b70d-570e2257b99b" providerId="ADAL" clId="{8A6CA91E-4F1B-4EA8-807D-B90DFD1DB8BC}" dt="2023-01-06T09:29:11.517" v="15" actId="207"/>
          <pc:sldLayoutMkLst>
            <pc:docMk/>
            <pc:sldMasterMk cId="0" sldId="2147483649"/>
            <pc:sldLayoutMk cId="3622516684" sldId="2147483746"/>
          </pc:sldLayoutMkLst>
          <pc:spChg chg="mod">
            <ac:chgData name="Prof. WU Dapeng" userId="766581d8-4b49-4c74-b70d-570e2257b99b" providerId="ADAL" clId="{8A6CA91E-4F1B-4EA8-807D-B90DFD1DB8BC}" dt="2023-01-06T09:29:11.517" v="15" actId="207"/>
            <ac:spMkLst>
              <pc:docMk/>
              <pc:sldMasterMk cId="0" sldId="2147483649"/>
              <pc:sldLayoutMk cId="3622516684" sldId="2147483746"/>
              <ac:spMk id="2" creationId="{00000000-0000-0000-0000-000000000000}"/>
            </ac:spMkLst>
          </pc:spChg>
        </pc:sldLayoutChg>
        <pc:sldLayoutChg chg="modSp">
          <pc:chgData name="Prof. WU Dapeng" userId="766581d8-4b49-4c74-b70d-570e2257b99b" providerId="ADAL" clId="{8A6CA91E-4F1B-4EA8-807D-B90DFD1DB8BC}" dt="2023-01-06T09:30:50.207" v="16" actId="207"/>
          <pc:sldLayoutMkLst>
            <pc:docMk/>
            <pc:sldMasterMk cId="0" sldId="2147483649"/>
            <pc:sldLayoutMk cId="2643900399" sldId="2147483750"/>
          </pc:sldLayoutMkLst>
          <pc:spChg chg="mod">
            <ac:chgData name="Prof. WU Dapeng" userId="766581d8-4b49-4c74-b70d-570e2257b99b" providerId="ADAL" clId="{8A6CA91E-4F1B-4EA8-807D-B90DFD1DB8BC}" dt="2023-01-06T09:30:50.207" v="16" actId="207"/>
            <ac:spMkLst>
              <pc:docMk/>
              <pc:sldMasterMk cId="0" sldId="2147483649"/>
              <pc:sldLayoutMk cId="2643900399" sldId="2147483750"/>
              <ac:spMk id="2" creationId="{00000000-0000-0000-0000-000000000000}"/>
            </ac:spMkLst>
          </pc:spChg>
        </pc:sldLayoutChg>
      </pc:sldMasterChg>
    </pc:docChg>
  </pc:docChgLst>
  <pc:docChgLst>
    <pc:chgData name="Prof. WU Dapeng" userId="766581d8-4b49-4c74-b70d-570e2257b99b" providerId="ADAL" clId="{B0FF7FE6-1052-47AF-8431-6FD2DC19C2FD}"/>
    <pc:docChg chg="modSld">
      <pc:chgData name="Prof. WU Dapeng" userId="766581d8-4b49-4c74-b70d-570e2257b99b" providerId="ADAL" clId="{B0FF7FE6-1052-47AF-8431-6FD2DC19C2FD}" dt="2025-08-30T12:03:15.563" v="7" actId="14734"/>
      <pc:docMkLst>
        <pc:docMk/>
      </pc:docMkLst>
      <pc:sldChg chg="modSp mod">
        <pc:chgData name="Prof. WU Dapeng" userId="766581d8-4b49-4c74-b70d-570e2257b99b" providerId="ADAL" clId="{B0FF7FE6-1052-47AF-8431-6FD2DC19C2FD}" dt="2025-08-30T12:01:01.986" v="3" actId="20577"/>
        <pc:sldMkLst>
          <pc:docMk/>
          <pc:sldMk cId="0" sldId="256"/>
        </pc:sldMkLst>
        <pc:spChg chg="mod">
          <ac:chgData name="Prof. WU Dapeng" userId="766581d8-4b49-4c74-b70d-570e2257b99b" providerId="ADAL" clId="{B0FF7FE6-1052-47AF-8431-6FD2DC19C2FD}" dt="2025-08-30T12:01:01.986" v="3" actId="20577"/>
          <ac:spMkLst>
            <pc:docMk/>
            <pc:sldMk cId="0" sldId="256"/>
            <ac:spMk id="3074" creationId="{00000000-0000-0000-0000-000000000000}"/>
          </ac:spMkLst>
        </pc:spChg>
      </pc:sldChg>
      <pc:sldChg chg="modSp mod">
        <pc:chgData name="Prof. WU Dapeng" userId="766581d8-4b49-4c74-b70d-570e2257b99b" providerId="ADAL" clId="{B0FF7FE6-1052-47AF-8431-6FD2DC19C2FD}" dt="2025-08-30T12:03:15.563" v="7" actId="14734"/>
        <pc:sldMkLst>
          <pc:docMk/>
          <pc:sldMk cId="1689715969" sldId="335"/>
        </pc:sldMkLst>
        <pc:graphicFrameChg chg="modGraphic">
          <ac:chgData name="Prof. WU Dapeng" userId="766581d8-4b49-4c74-b70d-570e2257b99b" providerId="ADAL" clId="{B0FF7FE6-1052-47AF-8431-6FD2DC19C2FD}" dt="2025-08-30T12:03:15.563" v="7" actId="14734"/>
          <ac:graphicFrameMkLst>
            <pc:docMk/>
            <pc:sldMk cId="1689715969" sldId="335"/>
            <ac:graphicFrameMk id="2" creationId="{00000000-0000-0000-0000-000000000000}"/>
          </ac:graphicFrameMkLst>
        </pc:graphicFrameChg>
        <pc:graphicFrameChg chg="modGraphic">
          <ac:chgData name="Prof. WU Dapeng" userId="766581d8-4b49-4c74-b70d-570e2257b99b" providerId="ADAL" clId="{B0FF7FE6-1052-47AF-8431-6FD2DC19C2FD}" dt="2025-08-30T12:03:13.754" v="6" actId="20577"/>
          <ac:graphicFrameMkLst>
            <pc:docMk/>
            <pc:sldMk cId="1689715969" sldId="335"/>
            <ac:graphicFrameMk id="5" creationId="{00000000-0000-0000-0000-000000000000}"/>
          </ac:graphicFrameMkLst>
        </pc:graphicFrameChg>
      </pc:sldChg>
    </pc:docChg>
  </pc:docChgLst>
  <pc:docChgLst>
    <pc:chgData name="Prof. WU Dapeng" userId="766581d8-4b49-4c74-b70d-570e2257b99b" providerId="ADAL" clId="{DC68F8DD-DDAB-405F-A702-82CA95595D8F}"/>
    <pc:docChg chg="modSld">
      <pc:chgData name="Prof. WU Dapeng" userId="766581d8-4b49-4c74-b70d-570e2257b99b" providerId="ADAL" clId="{DC68F8DD-DDAB-405F-A702-82CA95595D8F}" dt="2023-01-06T10:20:51.063" v="1" actId="20577"/>
      <pc:docMkLst>
        <pc:docMk/>
      </pc:docMkLst>
      <pc:sldChg chg="modSp mod">
        <pc:chgData name="Prof. WU Dapeng" userId="766581d8-4b49-4c74-b70d-570e2257b99b" providerId="ADAL" clId="{DC68F8DD-DDAB-405F-A702-82CA95595D8F}" dt="2023-01-06T10:20:51.063" v="1" actId="20577"/>
        <pc:sldMkLst>
          <pc:docMk/>
          <pc:sldMk cId="0" sldId="256"/>
        </pc:sldMkLst>
        <pc:spChg chg="mod">
          <ac:chgData name="Prof. WU Dapeng" userId="766581d8-4b49-4c74-b70d-570e2257b99b" providerId="ADAL" clId="{DC68F8DD-DDAB-405F-A702-82CA95595D8F}" dt="2023-01-06T10:20:51.063" v="1" actId="20577"/>
          <ac:spMkLst>
            <pc:docMk/>
            <pc:sldMk cId="0" sldId="256"/>
            <ac:spMk id="3075" creationId="{00000000-0000-0000-0000-000000000000}"/>
          </ac:spMkLst>
        </pc:spChg>
      </pc:sldChg>
    </pc:docChg>
  </pc:docChgLst>
  <pc:docChgLst>
    <pc:chgData name="Dapeng" userId="766581d8-4b49-4c74-b70d-570e2257b99b" providerId="ADAL" clId="{07DE6FFB-65C8-42FE-9D13-AC9A082D030B}"/>
    <pc:docChg chg="modSld">
      <pc:chgData name="Dapeng" userId="766581d8-4b49-4c74-b70d-570e2257b99b" providerId="ADAL" clId="{07DE6FFB-65C8-42FE-9D13-AC9A082D030B}" dt="2024-08-30T10:34:15.101" v="7" actId="20577"/>
      <pc:docMkLst>
        <pc:docMk/>
      </pc:docMkLst>
      <pc:sldChg chg="modSp mod">
        <pc:chgData name="Dapeng" userId="766581d8-4b49-4c74-b70d-570e2257b99b" providerId="ADAL" clId="{07DE6FFB-65C8-42FE-9D13-AC9A082D030B}" dt="2024-08-30T10:32:56.076" v="3" actId="20577"/>
        <pc:sldMkLst>
          <pc:docMk/>
          <pc:sldMk cId="0" sldId="256"/>
        </pc:sldMkLst>
        <pc:spChg chg="mod">
          <ac:chgData name="Dapeng" userId="766581d8-4b49-4c74-b70d-570e2257b99b" providerId="ADAL" clId="{07DE6FFB-65C8-42FE-9D13-AC9A082D030B}" dt="2024-08-30T10:32:56.076" v="3" actId="20577"/>
          <ac:spMkLst>
            <pc:docMk/>
            <pc:sldMk cId="0" sldId="256"/>
            <ac:spMk id="3074" creationId="{00000000-0000-0000-0000-000000000000}"/>
          </ac:spMkLst>
        </pc:spChg>
      </pc:sldChg>
      <pc:sldChg chg="modSp mod">
        <pc:chgData name="Dapeng" userId="766581d8-4b49-4c74-b70d-570e2257b99b" providerId="ADAL" clId="{07DE6FFB-65C8-42FE-9D13-AC9A082D030B}" dt="2024-08-30T10:34:15.101" v="7" actId="20577"/>
        <pc:sldMkLst>
          <pc:docMk/>
          <pc:sldMk cId="1689715969" sldId="335"/>
        </pc:sldMkLst>
        <pc:graphicFrameChg chg="modGraphic">
          <ac:chgData name="Dapeng" userId="766581d8-4b49-4c74-b70d-570e2257b99b" providerId="ADAL" clId="{07DE6FFB-65C8-42FE-9D13-AC9A082D030B}" dt="2024-08-30T10:34:15.101" v="7" actId="20577"/>
          <ac:graphicFrameMkLst>
            <pc:docMk/>
            <pc:sldMk cId="1689715969" sldId="335"/>
            <ac:graphicFrameMk id="5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D05E8217-F9A1-4A7C-4CE2-88527BDCF8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05" tIns="48602" rIns="97205" bIns="48602" numCol="1" anchor="t" anchorCtr="0" compatLnSpc="1">
            <a:prstTxWarp prst="textNoShape">
              <a:avLst/>
            </a:prstTxWarp>
          </a:bodyPr>
          <a:lstStyle>
            <a:lvl1pPr defTabSz="97155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ADC64F8-A55C-5E0D-D2DB-BBE15F6BC16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05" tIns="48602" rIns="97205" bIns="48602" numCol="1" anchor="t" anchorCtr="0" compatLnSpc="1">
            <a:prstTxWarp prst="textNoShape">
              <a:avLst/>
            </a:prstTxWarp>
          </a:bodyPr>
          <a:lstStyle>
            <a:lvl1pPr algn="r" defTabSz="97155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66FB59B9-9737-E4D6-566D-B1E55927F78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05" tIns="48602" rIns="97205" bIns="48602" numCol="1" anchor="b" anchorCtr="0" compatLnSpc="1">
            <a:prstTxWarp prst="textNoShape">
              <a:avLst/>
            </a:prstTxWarp>
          </a:bodyPr>
          <a:lstStyle>
            <a:lvl1pPr defTabSz="97155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187C5992-BB71-4D9A-F631-2D0F37F7ED9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05" tIns="48602" rIns="97205" bIns="48602" numCol="1" anchor="b" anchorCtr="0" compatLnSpc="1">
            <a:prstTxWarp prst="textNoShape">
              <a:avLst/>
            </a:prstTxWarp>
          </a:bodyPr>
          <a:lstStyle>
            <a:lvl1pPr algn="r" defTabSz="971550">
              <a:defRPr sz="1300"/>
            </a:lvl1pPr>
          </a:lstStyle>
          <a:p>
            <a:fld id="{6752A610-5242-4FE6-B68C-6D1AFEC555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7433D71-AE08-4D2E-1CF2-EDFE4E5144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05" tIns="48602" rIns="97205" bIns="48602" numCol="1" anchor="t" anchorCtr="0" compatLnSpc="1">
            <a:prstTxWarp prst="textNoShape">
              <a:avLst/>
            </a:prstTxWarp>
          </a:bodyPr>
          <a:lstStyle>
            <a:lvl1pPr defTabSz="97155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A5B02FA-C833-C7D1-FB6B-4E2295DE8F5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05" tIns="48602" rIns="97205" bIns="48602" numCol="1" anchor="t" anchorCtr="0" compatLnSpc="1">
            <a:prstTxWarp prst="textNoShape">
              <a:avLst/>
            </a:prstTxWarp>
          </a:bodyPr>
          <a:lstStyle>
            <a:lvl1pPr algn="r" defTabSz="97155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1DA1672-0BB7-7875-0DB3-AC239406839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2313"/>
            <a:ext cx="4799013" cy="3598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7C49B440-AAA7-0C5D-48D2-DD023736B09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05" tIns="48602" rIns="97205" bIns="486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10EAAEFF-5949-F642-4226-6DA318A8A07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05" tIns="48602" rIns="97205" bIns="48602" numCol="1" anchor="b" anchorCtr="0" compatLnSpc="1">
            <a:prstTxWarp prst="textNoShape">
              <a:avLst/>
            </a:prstTxWarp>
          </a:bodyPr>
          <a:lstStyle>
            <a:lvl1pPr defTabSz="97155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77849E2F-B16B-441F-2A67-F91214D4B2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05" tIns="48602" rIns="97205" bIns="48602" numCol="1" anchor="b" anchorCtr="0" compatLnSpc="1">
            <a:prstTxWarp prst="textNoShape">
              <a:avLst/>
            </a:prstTxWarp>
          </a:bodyPr>
          <a:lstStyle>
            <a:lvl1pPr algn="r" defTabSz="971550">
              <a:defRPr sz="1300"/>
            </a:lvl1pPr>
          </a:lstStyle>
          <a:p>
            <a:fld id="{4E203F42-DD09-43C2-A025-9618229F5C5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AFBE10-24F1-40A5-929B-A7304CD2D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78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F59CF8-5E0D-42A1-A7D3-719538B9EA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09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5C6E3B-ACBE-4D10-8F11-FC5630CB752D}" type="slidenum">
              <a:rPr lang="en-US"/>
              <a:pPr/>
              <a:t>19</a:t>
            </a:fld>
            <a:endParaRPr lang="en-US"/>
          </a:p>
        </p:txBody>
      </p:sp>
      <p:sp>
        <p:nvSpPr>
          <p:cNvPr id="82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89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B2CE73-EF3E-40F6-809D-21219CA0368E}" type="slidenum">
              <a:rPr lang="en-US"/>
              <a:pPr/>
              <a:t>20</a:t>
            </a:fld>
            <a:endParaRPr lang="en-US"/>
          </a:p>
        </p:txBody>
      </p:sp>
      <p:sp>
        <p:nvSpPr>
          <p:cNvPr id="93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22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F59CF8-5E0D-42A1-A7D3-719538B9EA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59ACEA-8DAC-44A6-A99E-723D8FBE9F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45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47738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FE03E4-ED3A-462D-B28B-055743B55AD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2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3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3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5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7"/>
          <p:cNvSpPr>
            <a:spLocks noGrp="1" noChangeArrowheads="1"/>
          </p:cNvSpPr>
          <p:nvPr>
            <p:ph type="dt" sz="half" idx="11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Tuesday, 1/6/2004</a:t>
            </a:r>
          </a:p>
        </p:txBody>
      </p:sp>
    </p:spTree>
    <p:extLst>
      <p:ext uri="{BB962C8B-B14F-4D97-AF65-F5344CB8AC3E}">
        <p14:creationId xmlns:p14="http://schemas.microsoft.com/office/powerpoint/2010/main" val="2587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917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8366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81200"/>
            <a:ext cx="3886200" cy="4535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981200"/>
            <a:ext cx="3886200" cy="4535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4192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92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895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59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425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81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638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1981200" cy="6211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4800"/>
            <a:ext cx="5791200" cy="6211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2436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9144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5925" y="1219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762000" y="12192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49213" y="1066800"/>
            <a:ext cx="56038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5334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57200" y="13716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81200"/>
            <a:ext cx="7924800" cy="453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8305800" y="6553200"/>
            <a:ext cx="400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fld id="{7CE64373-3931-44D1-A92E-C787431BD355}" type="slidenum">
              <a:rPr lang="en-GB" sz="1400">
                <a:solidFill>
                  <a:srgbClr val="0000FF"/>
                </a:solidFill>
                <a:latin typeface="Arial" charset="0"/>
              </a:rPr>
              <a:pPr algn="l"/>
              <a:t>‹#›</a:t>
            </a:fld>
            <a:endParaRPr lang="en-US" sz="1400">
              <a:solidFill>
                <a:srgbClr val="0000FF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0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images.google.com/imgres?imgurl=http://www.storacar.co.uk/images/index-car.jpg&amp;imgrefurl=http://www.storacar.co.uk/&amp;h=513&amp;w=800&amp;sz=71&amp;tbnid=NPBjyae2dJIJ:&amp;tbnh=91&amp;tbnw=142&amp;hl=en&amp;start=2&amp;prev=/images%3Fq%3Dcar%26svnum%3D10%26hl%3Den%26lr%3D" TargetMode="External"/><Relationship Id="rId3" Type="http://schemas.openxmlformats.org/officeDocument/2006/relationships/image" Target="../media/image2.jpeg"/><Relationship Id="rId7" Type="http://schemas.openxmlformats.org/officeDocument/2006/relationships/image" Target="../media/image4.jpeg"/><Relationship Id="rId2" Type="http://schemas.openxmlformats.org/officeDocument/2006/relationships/hyperlink" Target="http://images.google.com/imgres?imgurl=http://www.newgenevacenter.org/portrait/clinton.jpg&amp;imgrefurl=http://www.newgenevacenter.org/movers/20th-2nd2.htm&amp;h=218&amp;w=163&amp;sz=10&amp;tbnid=l594QtkP2zwJ:&amp;tbnh=102&amp;tbnw=76&amp;hl=en&amp;start=1&amp;prev=/images%3Fq%3Dclinton%26svnum%3D10%26hl%3Den%26lr%3D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images.google.com/imgres?imgurl=http://police.ci.lubbock.tx.us/Press_Pics/711_Robbery_and_Murder_of_Garcia_Suspects_08032004.jpg&amp;imgrefurl=http://police.ci.lubbock.tx.us/Press_Releases.htm&amp;h=429&amp;w=500&amp;sz=37&amp;tbnid=H_MrJ_XDWMUJ:&amp;tbnh=108&amp;tbnw=127&amp;hl=en&amp;start=2&amp;prev=/images%3Fq%3Drobbery%26svnum%3D10%26hl%3Den%26lr%3D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www.sendoutcards.com/images/envelope.jpg" TargetMode="External"/><Relationship Id="rId9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hyperlink" Target="http://cs.gmu.edu/%7Ekosecka/cs682/Tracker.ta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://mil.ufl.edu/mav/research/flight_system/devel/images/VirtualCity2.avi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bc.ca/~low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s.ubc.ca/spider/lowe/vision.html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e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zeliski.org/Book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vision.ucla.edu/MASKS/" TargetMode="External"/><Relationship Id="rId2" Type="http://schemas.openxmlformats.org/officeDocument/2006/relationships/hyperlink" Target="http://cs.gmu.edu/%7Ekosecka/cs682/handout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mazon.com/exec/obidos/tg/detail/-/0521540518/ref=pd_bxgy_text_1/102-5957196-3728934?v=glance&amp;s=books&amp;st=*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810000"/>
            <a:ext cx="7543800" cy="22860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0066FF"/>
                </a:solidFill>
              </a:rPr>
              <a:t>Dr. Dapeng Oliver Wu</a:t>
            </a:r>
          </a:p>
          <a:p>
            <a:pPr eaLnBrk="1" hangingPunct="1"/>
            <a:r>
              <a:rPr lang="en-US" b="1" dirty="0">
                <a:solidFill>
                  <a:srgbClr val="0066FF"/>
                </a:solidFill>
              </a:rPr>
              <a:t>City University of Hong Kong</a:t>
            </a:r>
          </a:p>
          <a:p>
            <a:pPr eaLnBrk="1" hangingPunct="1"/>
            <a:r>
              <a:rPr lang="en-US" b="1" dirty="0">
                <a:solidFill>
                  <a:srgbClr val="0066FF"/>
                </a:solidFill>
              </a:rPr>
              <a:t>Department of Computer Science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altLang="zh-CN" dirty="0">
                <a:solidFill>
                  <a:srgbClr val="CC0000"/>
                </a:solidFill>
              </a:rPr>
              <a:t>Semester A, 2026/27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ctrTitle"/>
          </p:nvPr>
        </p:nvSpPr>
        <p:spPr>
          <a:xfrm>
            <a:off x="914400" y="381000"/>
            <a:ext cx="7772400" cy="2590800"/>
          </a:xfrm>
          <a:noFill/>
        </p:spPr>
        <p:txBody>
          <a:bodyPr/>
          <a:lstStyle/>
          <a:p>
            <a:pPr eaLnBrk="1" hangingPunct="1"/>
            <a:r>
              <a:rPr lang="en-US" dirty="0">
                <a:solidFill>
                  <a:srgbClr val="333399"/>
                </a:solidFill>
              </a:rPr>
              <a:t> CS 5187: Vision and Image</a:t>
            </a:r>
            <a:br>
              <a:rPr lang="en-US" dirty="0">
                <a:solidFill>
                  <a:srgbClr val="333399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Lecture 1-1</a:t>
            </a:r>
            <a:br>
              <a:rPr lang="en-US" dirty="0">
                <a:solidFill>
                  <a:srgbClr val="333399"/>
                </a:solidFill>
              </a:rPr>
            </a:br>
            <a:r>
              <a:rPr lang="en-US" i="1" dirty="0">
                <a:solidFill>
                  <a:srgbClr val="009900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3200" dirty="0">
                <a:solidFill>
                  <a:srgbClr val="FF0000"/>
                </a:solidFill>
              </a:rPr>
              <a:t>Brief introduction</a:t>
            </a:r>
          </a:p>
          <a:p>
            <a:pPr eaLnBrk="1" hangingPunct="1"/>
            <a:r>
              <a:rPr lang="en-US" sz="3200" dirty="0"/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145028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E0CBEBFD-DCA9-C18C-319D-AC6C5CA526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Typical Computer Vision Problems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A7F73BF-0A8C-CD28-03FE-931807DFDD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/>
              <a:t>Segmentation</a:t>
            </a:r>
          </a:p>
          <a:p>
            <a:r>
              <a:rPr lang="en-US" altLang="en-US" sz="3200"/>
              <a:t>Recognition</a:t>
            </a:r>
          </a:p>
          <a:p>
            <a:r>
              <a:rPr lang="en-US" altLang="en-US" sz="3200"/>
              <a:t>Object/feature tracking</a:t>
            </a:r>
          </a:p>
          <a:p>
            <a:r>
              <a:rPr lang="en-US" altLang="en-US" sz="3200"/>
              <a:t>3D reconstruction from multiple views</a:t>
            </a:r>
          </a:p>
          <a:p>
            <a:r>
              <a:rPr lang="en-US" altLang="en-US" sz="3200"/>
              <a:t>Structure from motion</a:t>
            </a:r>
          </a:p>
          <a:p>
            <a:pPr lvl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>
            <a:extLst>
              <a:ext uri="{FF2B5EF4-FFF2-40B4-BE49-F238E27FC236}">
                <a16:creationId xmlns:a16="http://schemas.microsoft.com/office/drawing/2014/main" id="{2EE347F8-1F1D-B085-A8A3-CDB1B6E93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"/>
            <a:ext cx="8915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Segmentation</a:t>
            </a:r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5FFC41C2-BBEC-51AC-3B1A-CB456E8C4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526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Segmentation: partition image into separate objects</a:t>
            </a:r>
          </a:p>
          <a:p>
            <a:r>
              <a:rPr lang="en-US" altLang="en-US" dirty="0"/>
              <a:t>Basic techniques: </a:t>
            </a:r>
          </a:p>
          <a:p>
            <a:pPr lvl="1"/>
            <a:r>
              <a:rPr lang="en-US" altLang="en-US" dirty="0"/>
              <a:t>Boundary detection</a:t>
            </a:r>
          </a:p>
          <a:p>
            <a:pPr lvl="1"/>
            <a:r>
              <a:rPr lang="en-US" altLang="en-US" dirty="0"/>
              <a:t>Clustering (e.g., vector quantization, Lloyd algorithm, GPCA) </a:t>
            </a:r>
          </a:p>
        </p:txBody>
      </p:sp>
      <p:pic>
        <p:nvPicPr>
          <p:cNvPr id="7173" name="Picture 6">
            <a:extLst>
              <a:ext uri="{FF2B5EF4-FFF2-40B4-BE49-F238E27FC236}">
                <a16:creationId xmlns:a16="http://schemas.microsoft.com/office/drawing/2014/main" id="{0D557DEF-663D-2CEA-0DE8-8C56479DC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81400"/>
            <a:ext cx="7466013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Rectangle 7">
            <a:extLst>
              <a:ext uri="{FF2B5EF4-FFF2-40B4-BE49-F238E27FC236}">
                <a16:creationId xmlns:a16="http://schemas.microsoft.com/office/drawing/2014/main" id="{F8F4066B-DC66-A79B-A260-2BA101A4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6172200"/>
            <a:ext cx="2692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(Courtesy of Jana Kosecka)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>
            <a:extLst>
              <a:ext uri="{FF2B5EF4-FFF2-40B4-BE49-F238E27FC236}">
                <a16:creationId xmlns:a16="http://schemas.microsoft.com/office/drawing/2014/main" id="{CC5C434F-0C19-3728-039B-DAFD943D3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"/>
            <a:ext cx="8915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Recognition</a:t>
            </a:r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8D7C68C2-7D48-6118-EC29-490535FD7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526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Recognition: given an image, classify what object it represents</a:t>
            </a:r>
          </a:p>
          <a:p>
            <a:pPr lvl="1"/>
            <a:r>
              <a:rPr lang="en-US" altLang="en-US"/>
              <a:t>Face/object recognition</a:t>
            </a:r>
          </a:p>
          <a:p>
            <a:pPr lvl="1"/>
            <a:r>
              <a:rPr lang="en-US" altLang="en-US"/>
              <a:t>Digit recognition</a:t>
            </a:r>
          </a:p>
          <a:p>
            <a:pPr lvl="1"/>
            <a:r>
              <a:rPr lang="en-US" altLang="en-US"/>
              <a:t>Activity recognition</a:t>
            </a:r>
          </a:p>
          <a:p>
            <a:pPr lvl="1"/>
            <a:r>
              <a:rPr lang="en-US" altLang="en-US"/>
              <a:t>Pattern recognition, machine learning techniques</a:t>
            </a:r>
          </a:p>
        </p:txBody>
      </p:sp>
      <p:pic>
        <p:nvPicPr>
          <p:cNvPr id="8197" name="Picture 6" descr="clinton">
            <a:hlinkClick r:id="rId2"/>
            <a:extLst>
              <a:ext uri="{FF2B5EF4-FFF2-40B4-BE49-F238E27FC236}">
                <a16:creationId xmlns:a16="http://schemas.microsoft.com/office/drawing/2014/main" id="{DD48CC3D-6D23-4DB0-3C60-881AA0F01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572000"/>
            <a:ext cx="107791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7" descr="envelope">
            <a:hlinkClick r:id="rId4"/>
            <a:extLst>
              <a:ext uri="{FF2B5EF4-FFF2-40B4-BE49-F238E27FC236}">
                <a16:creationId xmlns:a16="http://schemas.microsoft.com/office/drawing/2014/main" id="{5724F00A-D440-1364-0663-EA9A84BF5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724400"/>
            <a:ext cx="2057400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8" descr="711_Robbery_and_Murder_of_Garcia_Suspects_08032004">
            <a:hlinkClick r:id="rId6"/>
            <a:extLst>
              <a:ext uri="{FF2B5EF4-FFF2-40B4-BE49-F238E27FC236}">
                <a16:creationId xmlns:a16="http://schemas.microsoft.com/office/drawing/2014/main" id="{7E13D6B2-81AA-2095-3081-54F9C21B0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495800"/>
            <a:ext cx="2057400" cy="175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9" descr="index-car">
            <a:hlinkClick r:id="rId8"/>
            <a:extLst>
              <a:ext uri="{FF2B5EF4-FFF2-40B4-BE49-F238E27FC236}">
                <a16:creationId xmlns:a16="http://schemas.microsoft.com/office/drawing/2014/main" id="{FCDAE2EC-B560-D653-227A-6C34D5D37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648200"/>
            <a:ext cx="2133600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1A8823F-55F1-6111-5BA2-2F58B7184B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Download “Tracker” from </a:t>
            </a:r>
            <a:r>
              <a:rPr lang="en-US" altLang="en-US">
                <a:hlinkClick r:id="rId2"/>
              </a:rPr>
              <a:t>http://cs.gmu.edu/%7Ekosecka/cs682/Tracker.tar</a:t>
            </a:r>
            <a:endParaRPr lang="en-US" altLang="en-US"/>
          </a:p>
          <a:p>
            <a:r>
              <a:rPr lang="en-US" altLang="en-US"/>
              <a:t>Description: Given a sequence of images, the program will automatically detect feature points (points with high contrast) and track them across the image. </a:t>
            </a:r>
          </a:p>
          <a:p>
            <a:r>
              <a:rPr lang="en-US" altLang="en-US"/>
              <a:t>Could be your course project.</a:t>
            </a:r>
          </a:p>
          <a:p>
            <a:r>
              <a:rPr lang="en-US" altLang="en-US"/>
              <a:t>Demo: Point_Click_Tracking.avi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DEDEA99-1300-438A-FB4E-25A3526DA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"/>
            <a:ext cx="8915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Object Tracking</a:t>
            </a:r>
          </a:p>
        </p:txBody>
      </p:sp>
      <p:pic>
        <p:nvPicPr>
          <p:cNvPr id="9221" name="Picture 6" descr="car_tracking">
            <a:extLst>
              <a:ext uri="{FF2B5EF4-FFF2-40B4-BE49-F238E27FC236}">
                <a16:creationId xmlns:a16="http://schemas.microsoft.com/office/drawing/2014/main" id="{1A1DB7E6-6EC4-E5B4-124E-647ACAFA938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953000"/>
            <a:ext cx="152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7">
            <a:extLst>
              <a:ext uri="{FF2B5EF4-FFF2-40B4-BE49-F238E27FC236}">
                <a16:creationId xmlns:a16="http://schemas.microsoft.com/office/drawing/2014/main" id="{EA5AC0B5-D612-3EF8-AA65-37EE762E5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307" y="266126"/>
            <a:ext cx="744787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Feature Selection and Correspondence </a:t>
            </a:r>
          </a:p>
        </p:txBody>
      </p:sp>
      <p:pic>
        <p:nvPicPr>
          <p:cNvPr id="10244" name="Picture 8" descr="house40">
            <a:extLst>
              <a:ext uri="{FF2B5EF4-FFF2-40B4-BE49-F238E27FC236}">
                <a16:creationId xmlns:a16="http://schemas.microsoft.com/office/drawing/2014/main" id="{32F91B6A-F8DE-E1B4-0FF9-DFB6E30F1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1085850"/>
            <a:ext cx="2359025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9" descr="house20">
            <a:extLst>
              <a:ext uri="{FF2B5EF4-FFF2-40B4-BE49-F238E27FC236}">
                <a16:creationId xmlns:a16="http://schemas.microsoft.com/office/drawing/2014/main" id="{8304C6E6-07B9-B4C3-4C9A-74C16ADAC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1100138"/>
            <a:ext cx="2317750" cy="154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10" descr="house40">
            <a:extLst>
              <a:ext uri="{FF2B5EF4-FFF2-40B4-BE49-F238E27FC236}">
                <a16:creationId xmlns:a16="http://schemas.microsoft.com/office/drawing/2014/main" id="{6B1F0FBC-ED66-D825-837C-0ECE439CB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163" y="1103313"/>
            <a:ext cx="226695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4" descr="track">
            <a:extLst>
              <a:ext uri="{FF2B5EF4-FFF2-40B4-BE49-F238E27FC236}">
                <a16:creationId xmlns:a16="http://schemas.microsoft.com/office/drawing/2014/main" id="{85AB63D8-4ED4-36B9-4FD4-0DBB2C968B7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00400"/>
            <a:ext cx="3733800" cy="279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4" descr="car">
            <a:extLst>
              <a:ext uri="{FF2B5EF4-FFF2-40B4-BE49-F238E27FC236}">
                <a16:creationId xmlns:a16="http://schemas.microsoft.com/office/drawing/2014/main" id="{B7DE1DF5-9DD5-3E53-12AA-6C9684CA3F6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200400"/>
            <a:ext cx="37623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9" name="Text Box 14">
            <a:extLst>
              <a:ext uri="{FF2B5EF4-FFF2-40B4-BE49-F238E27FC236}">
                <a16:creationId xmlns:a16="http://schemas.microsoft.com/office/drawing/2014/main" id="{FEC8F1A8-4662-7C06-2A54-3A8EC0A83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6248400"/>
            <a:ext cx="441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600"/>
              <a:t>Courtesy of Taoran Lu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6" name="Rectangle 75">
            <a:extLst>
              <a:ext uri="{FF2B5EF4-FFF2-40B4-BE49-F238E27FC236}">
                <a16:creationId xmlns:a16="http://schemas.microsoft.com/office/drawing/2014/main" id="{9F56869E-B5CE-0698-2A82-0C0CE3F72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Reconstruction from Multiple Views</a:t>
            </a:r>
          </a:p>
        </p:txBody>
      </p:sp>
      <p:grpSp>
        <p:nvGrpSpPr>
          <p:cNvPr id="11267" name="Group 4">
            <a:extLst>
              <a:ext uri="{FF2B5EF4-FFF2-40B4-BE49-F238E27FC236}">
                <a16:creationId xmlns:a16="http://schemas.microsoft.com/office/drawing/2014/main" id="{7E648B31-1ED9-ACBF-BB84-6D7E5B3382B7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700338"/>
            <a:ext cx="2235200" cy="1176337"/>
            <a:chOff x="1993" y="719"/>
            <a:chExt cx="1408" cy="741"/>
          </a:xfrm>
        </p:grpSpPr>
        <p:sp>
          <p:nvSpPr>
            <p:cNvPr id="11314" name="Freeform 5">
              <a:extLst>
                <a:ext uri="{FF2B5EF4-FFF2-40B4-BE49-F238E27FC236}">
                  <a16:creationId xmlns:a16="http://schemas.microsoft.com/office/drawing/2014/main" id="{F05F1CDF-EBA7-66CD-C051-5065DEFE2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941"/>
              <a:ext cx="516" cy="216"/>
            </a:xfrm>
            <a:custGeom>
              <a:avLst/>
              <a:gdLst>
                <a:gd name="T0" fmla="*/ 52 w 516"/>
                <a:gd name="T1" fmla="*/ 216 h 216"/>
                <a:gd name="T2" fmla="*/ 0 w 516"/>
                <a:gd name="T3" fmla="*/ 216 h 216"/>
                <a:gd name="T4" fmla="*/ 224 w 516"/>
                <a:gd name="T5" fmla="*/ 0 h 216"/>
                <a:gd name="T6" fmla="*/ 516 w 516"/>
                <a:gd name="T7" fmla="*/ 0 h 216"/>
                <a:gd name="T8" fmla="*/ 509 w 516"/>
                <a:gd name="T9" fmla="*/ 216 h 216"/>
                <a:gd name="T10" fmla="*/ 52 w 516"/>
                <a:gd name="T11" fmla="*/ 216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6"/>
                <a:gd name="T19" fmla="*/ 0 h 216"/>
                <a:gd name="T20" fmla="*/ 516 w 516"/>
                <a:gd name="T21" fmla="*/ 216 h 2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6" h="216">
                  <a:moveTo>
                    <a:pt x="52" y="216"/>
                  </a:moveTo>
                  <a:lnTo>
                    <a:pt x="0" y="216"/>
                  </a:lnTo>
                  <a:lnTo>
                    <a:pt x="224" y="0"/>
                  </a:lnTo>
                  <a:lnTo>
                    <a:pt x="516" y="0"/>
                  </a:lnTo>
                  <a:lnTo>
                    <a:pt x="509" y="216"/>
                  </a:lnTo>
                  <a:lnTo>
                    <a:pt x="52" y="216"/>
                  </a:lnTo>
                  <a:close/>
                </a:path>
              </a:pathLst>
            </a:custGeom>
            <a:solidFill>
              <a:srgbClr val="CC3300"/>
            </a:solidFill>
            <a:ln w="9525">
              <a:round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3300"/>
              </a:extrusionClr>
              <a:contourClr>
                <a:srgbClr val="CC3300"/>
              </a:contourClr>
            </a:sp3d>
          </p:spPr>
          <p:txBody>
            <a:bodyPr>
              <a:flatTx/>
            </a:bodyPr>
            <a:lstStyle/>
            <a:p>
              <a:endParaRPr lang="en-HK"/>
            </a:p>
          </p:txBody>
        </p:sp>
        <p:sp>
          <p:nvSpPr>
            <p:cNvPr id="11315" name="Rectangle 6">
              <a:extLst>
                <a:ext uri="{FF2B5EF4-FFF2-40B4-BE49-F238E27FC236}">
                  <a16:creationId xmlns:a16="http://schemas.microsoft.com/office/drawing/2014/main" id="{CC95AAD3-B9C1-24EC-3376-41DF5A31C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6" y="956"/>
              <a:ext cx="882" cy="503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chemeClr val="bg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316" name="AutoShape 7">
              <a:extLst>
                <a:ext uri="{FF2B5EF4-FFF2-40B4-BE49-F238E27FC236}">
                  <a16:creationId xmlns:a16="http://schemas.microsoft.com/office/drawing/2014/main" id="{6BA9D2F7-879D-6051-64DF-6A42DFE6A21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481" y="719"/>
              <a:ext cx="920" cy="2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8 w 21600"/>
                <a:gd name="T13" fmla="*/ 4519 h 21600"/>
                <a:gd name="T14" fmla="*/ 17092 w 21600"/>
                <a:gd name="T15" fmla="*/ 1708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3300"/>
            </a:solidFill>
            <a:ln w="9525">
              <a:round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3300"/>
              </a:extrusionClr>
              <a:contourClr>
                <a:srgbClr val="CC3300"/>
              </a:contourClr>
            </a:sp3d>
          </p:spPr>
          <p:txBody>
            <a:bodyPr wrap="none" anchor="ctr">
              <a:flatTx/>
            </a:bodyPr>
            <a:lstStyle/>
            <a:p>
              <a:endParaRPr lang="en-HK"/>
            </a:p>
          </p:txBody>
        </p:sp>
        <p:sp>
          <p:nvSpPr>
            <p:cNvPr id="11317" name="Rectangle 8">
              <a:extLst>
                <a:ext uri="{FF2B5EF4-FFF2-40B4-BE49-F238E27FC236}">
                  <a16:creationId xmlns:a16="http://schemas.microsoft.com/office/drawing/2014/main" id="{26646277-1C14-0DCB-6274-C74236621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1" y="1006"/>
              <a:ext cx="105" cy="150"/>
            </a:xfrm>
            <a:prstGeom prst="rect">
              <a:avLst/>
            </a:prstGeom>
            <a:solidFill>
              <a:srgbClr val="CC33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3300"/>
              </a:extrusionClr>
              <a:contourClr>
                <a:srgbClr val="CC330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318" name="Rectangle 9">
              <a:extLst>
                <a:ext uri="{FF2B5EF4-FFF2-40B4-BE49-F238E27FC236}">
                  <a16:creationId xmlns:a16="http://schemas.microsoft.com/office/drawing/2014/main" id="{7C750D1E-78DD-720D-4E72-A3DFB1553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8" y="1011"/>
              <a:ext cx="105" cy="150"/>
            </a:xfrm>
            <a:prstGeom prst="rect">
              <a:avLst/>
            </a:prstGeom>
            <a:solidFill>
              <a:srgbClr val="CC33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3300"/>
              </a:extrusionClr>
              <a:contourClr>
                <a:srgbClr val="CC330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319" name="Rectangle 10">
              <a:extLst>
                <a:ext uri="{FF2B5EF4-FFF2-40B4-BE49-F238E27FC236}">
                  <a16:creationId xmlns:a16="http://schemas.microsoft.com/office/drawing/2014/main" id="{71120132-E26B-9585-E935-C3142104E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8" y="1008"/>
              <a:ext cx="105" cy="150"/>
            </a:xfrm>
            <a:prstGeom prst="rect">
              <a:avLst/>
            </a:prstGeom>
            <a:solidFill>
              <a:srgbClr val="CC33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3300"/>
              </a:extrusionClr>
              <a:contourClr>
                <a:srgbClr val="CC330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320" name="Rectangle 11">
              <a:extLst>
                <a:ext uri="{FF2B5EF4-FFF2-40B4-BE49-F238E27FC236}">
                  <a16:creationId xmlns:a16="http://schemas.microsoft.com/office/drawing/2014/main" id="{2D122833-FD77-2029-C662-71B9FCA9C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1232"/>
              <a:ext cx="135" cy="218"/>
            </a:xfrm>
            <a:prstGeom prst="rect">
              <a:avLst/>
            </a:prstGeom>
            <a:solidFill>
              <a:srgbClr val="CC33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3300"/>
              </a:extrusionClr>
              <a:contourClr>
                <a:srgbClr val="CC330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321" name="Rectangle 12">
              <a:extLst>
                <a:ext uri="{FF2B5EF4-FFF2-40B4-BE49-F238E27FC236}">
                  <a16:creationId xmlns:a16="http://schemas.microsoft.com/office/drawing/2014/main" id="{A221C981-6976-91F5-D032-1838A8ED6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8" y="1009"/>
              <a:ext cx="60" cy="150"/>
            </a:xfrm>
            <a:prstGeom prst="rect">
              <a:avLst/>
            </a:prstGeom>
            <a:solidFill>
              <a:schemeClr val="tx1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322" name="Rectangle 13">
              <a:extLst>
                <a:ext uri="{FF2B5EF4-FFF2-40B4-BE49-F238E27FC236}">
                  <a16:creationId xmlns:a16="http://schemas.microsoft.com/office/drawing/2014/main" id="{6C907FB0-6E31-FF72-D60E-FAF864016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12"/>
              <a:ext cx="60" cy="142"/>
            </a:xfrm>
            <a:prstGeom prst="rect">
              <a:avLst/>
            </a:prstGeom>
            <a:solidFill>
              <a:schemeClr val="tx1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323" name="Rectangle 14">
              <a:extLst>
                <a:ext uri="{FF2B5EF4-FFF2-40B4-BE49-F238E27FC236}">
                  <a16:creationId xmlns:a16="http://schemas.microsoft.com/office/drawing/2014/main" id="{D66FE549-F7F8-E7BB-F320-211989AA7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1018"/>
              <a:ext cx="60" cy="142"/>
            </a:xfrm>
            <a:prstGeom prst="rect">
              <a:avLst/>
            </a:prstGeom>
            <a:solidFill>
              <a:schemeClr val="tx1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chemeClr val="tx1"/>
              </a:extrusionClr>
              <a:contourClr>
                <a:schemeClr val="tx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324" name="Rectangle 15">
              <a:extLst>
                <a:ext uri="{FF2B5EF4-FFF2-40B4-BE49-F238E27FC236}">
                  <a16:creationId xmlns:a16="http://schemas.microsoft.com/office/drawing/2014/main" id="{A3F5DFD4-463C-6B12-D85C-2BBAC1232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7" y="1161"/>
              <a:ext cx="457" cy="299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chemeClr val="bg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grpSp>
          <p:nvGrpSpPr>
            <p:cNvPr id="11325" name="Group 16">
              <a:extLst>
                <a:ext uri="{FF2B5EF4-FFF2-40B4-BE49-F238E27FC236}">
                  <a16:creationId xmlns:a16="http://schemas.microsoft.com/office/drawing/2014/main" id="{321F2742-ED00-7687-9844-BD6C3AACFA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2" y="1224"/>
              <a:ext cx="105" cy="150"/>
              <a:chOff x="3014" y="1615"/>
              <a:chExt cx="105" cy="150"/>
            </a:xfrm>
          </p:grpSpPr>
          <p:sp>
            <p:nvSpPr>
              <p:cNvPr id="11338" name="Rectangle 17">
                <a:extLst>
                  <a:ext uri="{FF2B5EF4-FFF2-40B4-BE49-F238E27FC236}">
                    <a16:creationId xmlns:a16="http://schemas.microsoft.com/office/drawing/2014/main" id="{023E7BC1-088D-ACFA-E537-2FC0D957C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4" y="1615"/>
                <a:ext cx="105" cy="150"/>
              </a:xfrm>
              <a:prstGeom prst="rect">
                <a:avLst/>
              </a:prstGeom>
              <a:solidFill>
                <a:srgbClr val="CC3300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CC3300"/>
                </a:extrusionClr>
                <a:contourClr>
                  <a:srgbClr val="CC3300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39" name="Rectangle 18">
                <a:extLst>
                  <a:ext uri="{FF2B5EF4-FFF2-40B4-BE49-F238E27FC236}">
                    <a16:creationId xmlns:a16="http://schemas.microsoft.com/office/drawing/2014/main" id="{2FF57959-F116-A597-AE5C-9B6857F7D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1621"/>
                <a:ext cx="60" cy="142"/>
              </a:xfrm>
              <a:prstGeom prst="rect">
                <a:avLst/>
              </a:prstGeom>
              <a:solidFill>
                <a:schemeClr val="tx1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tx1"/>
                </a:extrusionClr>
                <a:contourClr>
                  <a:schemeClr val="tx1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</p:grpSp>
        <p:grpSp>
          <p:nvGrpSpPr>
            <p:cNvPr id="11326" name="Group 19">
              <a:extLst>
                <a:ext uri="{FF2B5EF4-FFF2-40B4-BE49-F238E27FC236}">
                  <a16:creationId xmlns:a16="http://schemas.microsoft.com/office/drawing/2014/main" id="{8C689683-4254-537C-A01F-1BE1A9068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1" y="1230"/>
              <a:ext cx="105" cy="150"/>
              <a:chOff x="3011" y="1224"/>
              <a:chExt cx="105" cy="150"/>
            </a:xfrm>
          </p:grpSpPr>
          <p:sp>
            <p:nvSpPr>
              <p:cNvPr id="11336" name="Rectangle 20">
                <a:extLst>
                  <a:ext uri="{FF2B5EF4-FFF2-40B4-BE49-F238E27FC236}">
                    <a16:creationId xmlns:a16="http://schemas.microsoft.com/office/drawing/2014/main" id="{12166B21-D33F-D33A-90E1-353AB2BE25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1" y="1224"/>
                <a:ext cx="105" cy="150"/>
              </a:xfrm>
              <a:prstGeom prst="rect">
                <a:avLst/>
              </a:prstGeom>
              <a:solidFill>
                <a:srgbClr val="CC3300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CC3300"/>
                </a:extrusionClr>
                <a:contourClr>
                  <a:srgbClr val="CC3300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37" name="Rectangle 21">
                <a:extLst>
                  <a:ext uri="{FF2B5EF4-FFF2-40B4-BE49-F238E27FC236}">
                    <a16:creationId xmlns:a16="http://schemas.microsoft.com/office/drawing/2014/main" id="{959656F0-7ED6-1A3F-C60E-5813C9AAD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1231"/>
                <a:ext cx="60" cy="142"/>
              </a:xfrm>
              <a:prstGeom prst="rect">
                <a:avLst/>
              </a:prstGeom>
              <a:solidFill>
                <a:schemeClr val="tx1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tx1"/>
                </a:extrusionClr>
                <a:contourClr>
                  <a:schemeClr val="tx1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</p:grpSp>
        <p:grpSp>
          <p:nvGrpSpPr>
            <p:cNvPr id="11327" name="Group 22">
              <a:extLst>
                <a:ext uri="{FF2B5EF4-FFF2-40B4-BE49-F238E27FC236}">
                  <a16:creationId xmlns:a16="http://schemas.microsoft.com/office/drawing/2014/main" id="{095D4866-D2DB-1CEE-980E-0B7F9F7394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1233"/>
              <a:ext cx="105" cy="150"/>
              <a:chOff x="3011" y="1224"/>
              <a:chExt cx="105" cy="150"/>
            </a:xfrm>
          </p:grpSpPr>
          <p:sp>
            <p:nvSpPr>
              <p:cNvPr id="11334" name="Rectangle 23">
                <a:extLst>
                  <a:ext uri="{FF2B5EF4-FFF2-40B4-BE49-F238E27FC236}">
                    <a16:creationId xmlns:a16="http://schemas.microsoft.com/office/drawing/2014/main" id="{F4845521-8709-029B-BA57-9362340737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1" y="1224"/>
                <a:ext cx="105" cy="150"/>
              </a:xfrm>
              <a:prstGeom prst="rect">
                <a:avLst/>
              </a:prstGeom>
              <a:solidFill>
                <a:srgbClr val="CC3300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CC3300"/>
                </a:extrusionClr>
                <a:contourClr>
                  <a:srgbClr val="CC3300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35" name="Rectangle 24">
                <a:extLst>
                  <a:ext uri="{FF2B5EF4-FFF2-40B4-BE49-F238E27FC236}">
                    <a16:creationId xmlns:a16="http://schemas.microsoft.com/office/drawing/2014/main" id="{7A57F8ED-224D-9BA6-A62F-0AA6148C7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1231"/>
                <a:ext cx="60" cy="142"/>
              </a:xfrm>
              <a:prstGeom prst="rect">
                <a:avLst/>
              </a:prstGeom>
              <a:solidFill>
                <a:schemeClr val="tx1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tx1"/>
                </a:extrusionClr>
                <a:contourClr>
                  <a:schemeClr val="tx1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</p:grpSp>
        <p:grpSp>
          <p:nvGrpSpPr>
            <p:cNvPr id="11328" name="Group 25">
              <a:extLst>
                <a:ext uri="{FF2B5EF4-FFF2-40B4-BE49-F238E27FC236}">
                  <a16:creationId xmlns:a16="http://schemas.microsoft.com/office/drawing/2014/main" id="{49F22176-5DA8-8BDE-60D4-AD9D95528D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9" y="1230"/>
              <a:ext cx="105" cy="150"/>
              <a:chOff x="3011" y="1224"/>
              <a:chExt cx="105" cy="150"/>
            </a:xfrm>
          </p:grpSpPr>
          <p:sp>
            <p:nvSpPr>
              <p:cNvPr id="11332" name="Rectangle 26">
                <a:extLst>
                  <a:ext uri="{FF2B5EF4-FFF2-40B4-BE49-F238E27FC236}">
                    <a16:creationId xmlns:a16="http://schemas.microsoft.com/office/drawing/2014/main" id="{B7DC9114-A807-BD38-1232-61C31DBA2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1" y="1224"/>
                <a:ext cx="105" cy="150"/>
              </a:xfrm>
              <a:prstGeom prst="rect">
                <a:avLst/>
              </a:prstGeom>
              <a:solidFill>
                <a:srgbClr val="CC3300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CC3300"/>
                </a:extrusionClr>
                <a:contourClr>
                  <a:srgbClr val="CC3300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33" name="Rectangle 27">
                <a:extLst>
                  <a:ext uri="{FF2B5EF4-FFF2-40B4-BE49-F238E27FC236}">
                    <a16:creationId xmlns:a16="http://schemas.microsoft.com/office/drawing/2014/main" id="{C3847478-0A39-F775-6FCD-953848138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1231"/>
                <a:ext cx="60" cy="142"/>
              </a:xfrm>
              <a:prstGeom prst="rect">
                <a:avLst/>
              </a:prstGeom>
              <a:solidFill>
                <a:schemeClr val="tx1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tx1"/>
                </a:extrusionClr>
                <a:contourClr>
                  <a:schemeClr val="tx1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</p:grpSp>
        <p:grpSp>
          <p:nvGrpSpPr>
            <p:cNvPr id="11329" name="Group 28">
              <a:extLst>
                <a:ext uri="{FF2B5EF4-FFF2-40B4-BE49-F238E27FC236}">
                  <a16:creationId xmlns:a16="http://schemas.microsoft.com/office/drawing/2014/main" id="{0024387F-7931-439C-AF36-52A80F4C83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2" y="1008"/>
              <a:ext cx="105" cy="150"/>
              <a:chOff x="3011" y="1224"/>
              <a:chExt cx="105" cy="150"/>
            </a:xfrm>
          </p:grpSpPr>
          <p:sp>
            <p:nvSpPr>
              <p:cNvPr id="11330" name="Rectangle 29">
                <a:extLst>
                  <a:ext uri="{FF2B5EF4-FFF2-40B4-BE49-F238E27FC236}">
                    <a16:creationId xmlns:a16="http://schemas.microsoft.com/office/drawing/2014/main" id="{08B1834F-8066-C99A-051E-342958CF3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1" y="1224"/>
                <a:ext cx="105" cy="150"/>
              </a:xfrm>
              <a:prstGeom prst="rect">
                <a:avLst/>
              </a:prstGeom>
              <a:solidFill>
                <a:srgbClr val="CC3300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CC3300"/>
                </a:extrusionClr>
                <a:contourClr>
                  <a:srgbClr val="CC3300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31" name="Rectangle 30">
                <a:extLst>
                  <a:ext uri="{FF2B5EF4-FFF2-40B4-BE49-F238E27FC236}">
                    <a16:creationId xmlns:a16="http://schemas.microsoft.com/office/drawing/2014/main" id="{21C0B056-12BA-74A0-561A-B52C7BC89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1231"/>
                <a:ext cx="60" cy="142"/>
              </a:xfrm>
              <a:prstGeom prst="rect">
                <a:avLst/>
              </a:prstGeom>
              <a:solidFill>
                <a:schemeClr val="tx1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tx1"/>
                </a:extrusionClr>
                <a:contourClr>
                  <a:schemeClr val="tx1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</p:grpSp>
      </p:grpSp>
      <p:grpSp>
        <p:nvGrpSpPr>
          <p:cNvPr id="11268" name="Group 31">
            <a:extLst>
              <a:ext uri="{FF2B5EF4-FFF2-40B4-BE49-F238E27FC236}">
                <a16:creationId xmlns:a16="http://schemas.microsoft.com/office/drawing/2014/main" id="{DD6E977C-E2AD-E9B4-52D5-2022EC6D5D10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700338"/>
            <a:ext cx="2235200" cy="1176337"/>
            <a:chOff x="1993" y="719"/>
            <a:chExt cx="1408" cy="741"/>
          </a:xfrm>
        </p:grpSpPr>
        <p:sp>
          <p:nvSpPr>
            <p:cNvPr id="11288" name="Freeform 32">
              <a:extLst>
                <a:ext uri="{FF2B5EF4-FFF2-40B4-BE49-F238E27FC236}">
                  <a16:creationId xmlns:a16="http://schemas.microsoft.com/office/drawing/2014/main" id="{CBE3EEA7-B078-DCA5-5B02-22FD0006E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941"/>
              <a:ext cx="516" cy="216"/>
            </a:xfrm>
            <a:custGeom>
              <a:avLst/>
              <a:gdLst>
                <a:gd name="T0" fmla="*/ 52 w 516"/>
                <a:gd name="T1" fmla="*/ 216 h 216"/>
                <a:gd name="T2" fmla="*/ 0 w 516"/>
                <a:gd name="T3" fmla="*/ 216 h 216"/>
                <a:gd name="T4" fmla="*/ 224 w 516"/>
                <a:gd name="T5" fmla="*/ 0 h 216"/>
                <a:gd name="T6" fmla="*/ 516 w 516"/>
                <a:gd name="T7" fmla="*/ 0 h 216"/>
                <a:gd name="T8" fmla="*/ 509 w 516"/>
                <a:gd name="T9" fmla="*/ 216 h 216"/>
                <a:gd name="T10" fmla="*/ 52 w 516"/>
                <a:gd name="T11" fmla="*/ 216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6"/>
                <a:gd name="T19" fmla="*/ 0 h 216"/>
                <a:gd name="T20" fmla="*/ 516 w 516"/>
                <a:gd name="T21" fmla="*/ 216 h 2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6" h="216">
                  <a:moveTo>
                    <a:pt x="52" y="216"/>
                  </a:moveTo>
                  <a:lnTo>
                    <a:pt x="0" y="216"/>
                  </a:lnTo>
                  <a:lnTo>
                    <a:pt x="224" y="0"/>
                  </a:lnTo>
                  <a:lnTo>
                    <a:pt x="516" y="0"/>
                  </a:lnTo>
                  <a:lnTo>
                    <a:pt x="509" y="216"/>
                  </a:lnTo>
                  <a:lnTo>
                    <a:pt x="52" y="216"/>
                  </a:lnTo>
                  <a:close/>
                </a:path>
              </a:pathLst>
            </a:custGeom>
            <a:solidFill>
              <a:srgbClr val="CC3300"/>
            </a:solidFill>
            <a:ln w="12700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1289" name="Rectangle 33">
              <a:extLst>
                <a:ext uri="{FF2B5EF4-FFF2-40B4-BE49-F238E27FC236}">
                  <a16:creationId xmlns:a16="http://schemas.microsoft.com/office/drawing/2014/main" id="{60C00743-9C43-E26D-C90E-6258022BB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6" y="956"/>
              <a:ext cx="882" cy="5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290" name="AutoShape 34">
              <a:extLst>
                <a:ext uri="{FF2B5EF4-FFF2-40B4-BE49-F238E27FC236}">
                  <a16:creationId xmlns:a16="http://schemas.microsoft.com/office/drawing/2014/main" id="{6E146BFB-5BF0-AD5E-38ED-E1F9A9CD813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481" y="719"/>
              <a:ext cx="920" cy="2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8 w 21600"/>
                <a:gd name="T13" fmla="*/ 4519 h 21600"/>
                <a:gd name="T14" fmla="*/ 17092 w 21600"/>
                <a:gd name="T15" fmla="*/ 1708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3300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HK"/>
            </a:p>
          </p:txBody>
        </p:sp>
        <p:sp>
          <p:nvSpPr>
            <p:cNvPr id="11291" name="Rectangle 35">
              <a:extLst>
                <a:ext uri="{FF2B5EF4-FFF2-40B4-BE49-F238E27FC236}">
                  <a16:creationId xmlns:a16="http://schemas.microsoft.com/office/drawing/2014/main" id="{B71BC62E-332A-2E5C-B189-1796DF0CA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1" y="1006"/>
              <a:ext cx="105" cy="150"/>
            </a:xfrm>
            <a:prstGeom prst="rect">
              <a:avLst/>
            </a:prstGeom>
            <a:solidFill>
              <a:srgbClr val="CC3300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292" name="Rectangle 36">
              <a:extLst>
                <a:ext uri="{FF2B5EF4-FFF2-40B4-BE49-F238E27FC236}">
                  <a16:creationId xmlns:a16="http://schemas.microsoft.com/office/drawing/2014/main" id="{FD2498CD-72C1-A814-7557-D1C261828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8" y="1011"/>
              <a:ext cx="105" cy="150"/>
            </a:xfrm>
            <a:prstGeom prst="rect">
              <a:avLst/>
            </a:prstGeom>
            <a:solidFill>
              <a:srgbClr val="CC3300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293" name="Rectangle 37">
              <a:extLst>
                <a:ext uri="{FF2B5EF4-FFF2-40B4-BE49-F238E27FC236}">
                  <a16:creationId xmlns:a16="http://schemas.microsoft.com/office/drawing/2014/main" id="{DBEE652D-CA07-2F2F-23EB-E4F560D1C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8" y="1008"/>
              <a:ext cx="105" cy="150"/>
            </a:xfrm>
            <a:prstGeom prst="rect">
              <a:avLst/>
            </a:prstGeom>
            <a:solidFill>
              <a:srgbClr val="CC3300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294" name="Rectangle 38">
              <a:extLst>
                <a:ext uri="{FF2B5EF4-FFF2-40B4-BE49-F238E27FC236}">
                  <a16:creationId xmlns:a16="http://schemas.microsoft.com/office/drawing/2014/main" id="{A07FA2D6-5232-58B3-D0C9-4FB232911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1232"/>
              <a:ext cx="135" cy="218"/>
            </a:xfrm>
            <a:prstGeom prst="rect">
              <a:avLst/>
            </a:prstGeom>
            <a:solidFill>
              <a:srgbClr val="CC3300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295" name="Rectangle 39">
              <a:extLst>
                <a:ext uri="{FF2B5EF4-FFF2-40B4-BE49-F238E27FC236}">
                  <a16:creationId xmlns:a16="http://schemas.microsoft.com/office/drawing/2014/main" id="{1F7E7F4A-DABE-B61B-1ECE-4B88DA10E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8" y="1009"/>
              <a:ext cx="60" cy="15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296" name="Rectangle 40">
              <a:extLst>
                <a:ext uri="{FF2B5EF4-FFF2-40B4-BE49-F238E27FC236}">
                  <a16:creationId xmlns:a16="http://schemas.microsoft.com/office/drawing/2014/main" id="{E395C624-183B-5B52-DD8C-0ADF1E96F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12"/>
              <a:ext cx="60" cy="14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297" name="Rectangle 41">
              <a:extLst>
                <a:ext uri="{FF2B5EF4-FFF2-40B4-BE49-F238E27FC236}">
                  <a16:creationId xmlns:a16="http://schemas.microsoft.com/office/drawing/2014/main" id="{9129B99B-131F-02DB-DD64-99568BE94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1018"/>
              <a:ext cx="60" cy="14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298" name="Rectangle 42">
              <a:extLst>
                <a:ext uri="{FF2B5EF4-FFF2-40B4-BE49-F238E27FC236}">
                  <a16:creationId xmlns:a16="http://schemas.microsoft.com/office/drawing/2014/main" id="{040B91DE-3C2A-D57F-822B-34703C836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7" y="1161"/>
              <a:ext cx="457" cy="29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grpSp>
          <p:nvGrpSpPr>
            <p:cNvPr id="11299" name="Group 43">
              <a:extLst>
                <a:ext uri="{FF2B5EF4-FFF2-40B4-BE49-F238E27FC236}">
                  <a16:creationId xmlns:a16="http://schemas.microsoft.com/office/drawing/2014/main" id="{4106DF55-A509-6300-8266-88D7BBE1D0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2" y="1224"/>
              <a:ext cx="105" cy="150"/>
              <a:chOff x="3014" y="1615"/>
              <a:chExt cx="105" cy="150"/>
            </a:xfrm>
          </p:grpSpPr>
          <p:sp>
            <p:nvSpPr>
              <p:cNvPr id="11312" name="Rectangle 44">
                <a:extLst>
                  <a:ext uri="{FF2B5EF4-FFF2-40B4-BE49-F238E27FC236}">
                    <a16:creationId xmlns:a16="http://schemas.microsoft.com/office/drawing/2014/main" id="{44FC4C2D-64DE-75D7-7241-D51D2C455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4" y="1615"/>
                <a:ext cx="105" cy="150"/>
              </a:xfrm>
              <a:prstGeom prst="rect">
                <a:avLst/>
              </a:prstGeom>
              <a:solidFill>
                <a:srgbClr val="CC3300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13" name="Rectangle 45">
                <a:extLst>
                  <a:ext uri="{FF2B5EF4-FFF2-40B4-BE49-F238E27FC236}">
                    <a16:creationId xmlns:a16="http://schemas.microsoft.com/office/drawing/2014/main" id="{8A823336-C3F6-C414-85F6-1C65C7A0A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1621"/>
                <a:ext cx="60" cy="14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</p:grpSp>
        <p:grpSp>
          <p:nvGrpSpPr>
            <p:cNvPr id="11300" name="Group 46">
              <a:extLst>
                <a:ext uri="{FF2B5EF4-FFF2-40B4-BE49-F238E27FC236}">
                  <a16:creationId xmlns:a16="http://schemas.microsoft.com/office/drawing/2014/main" id="{15503162-9C20-CA3F-7A5C-AF70FA8EE9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1" y="1230"/>
              <a:ext cx="105" cy="150"/>
              <a:chOff x="3011" y="1224"/>
              <a:chExt cx="105" cy="150"/>
            </a:xfrm>
          </p:grpSpPr>
          <p:sp>
            <p:nvSpPr>
              <p:cNvPr id="11310" name="Rectangle 47">
                <a:extLst>
                  <a:ext uri="{FF2B5EF4-FFF2-40B4-BE49-F238E27FC236}">
                    <a16:creationId xmlns:a16="http://schemas.microsoft.com/office/drawing/2014/main" id="{D17175BB-775E-C9C4-03EB-E2361502FD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1" y="1224"/>
                <a:ext cx="105" cy="150"/>
              </a:xfrm>
              <a:prstGeom prst="rect">
                <a:avLst/>
              </a:prstGeom>
              <a:solidFill>
                <a:srgbClr val="CC3300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11" name="Rectangle 48">
                <a:extLst>
                  <a:ext uri="{FF2B5EF4-FFF2-40B4-BE49-F238E27FC236}">
                    <a16:creationId xmlns:a16="http://schemas.microsoft.com/office/drawing/2014/main" id="{F515AEE3-9E9D-E387-389A-DF3B4D37E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1231"/>
                <a:ext cx="60" cy="14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</p:grpSp>
        <p:grpSp>
          <p:nvGrpSpPr>
            <p:cNvPr id="11301" name="Group 49">
              <a:extLst>
                <a:ext uri="{FF2B5EF4-FFF2-40B4-BE49-F238E27FC236}">
                  <a16:creationId xmlns:a16="http://schemas.microsoft.com/office/drawing/2014/main" id="{42DACC94-03A7-2AC2-76E2-73AD19065E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1233"/>
              <a:ext cx="105" cy="150"/>
              <a:chOff x="3011" y="1224"/>
              <a:chExt cx="105" cy="150"/>
            </a:xfrm>
          </p:grpSpPr>
          <p:sp>
            <p:nvSpPr>
              <p:cNvPr id="11308" name="Rectangle 50">
                <a:extLst>
                  <a:ext uri="{FF2B5EF4-FFF2-40B4-BE49-F238E27FC236}">
                    <a16:creationId xmlns:a16="http://schemas.microsoft.com/office/drawing/2014/main" id="{C7E296A6-FDC2-F3F5-5746-E329FCBA4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1" y="1224"/>
                <a:ext cx="105" cy="150"/>
              </a:xfrm>
              <a:prstGeom prst="rect">
                <a:avLst/>
              </a:prstGeom>
              <a:solidFill>
                <a:srgbClr val="CC3300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09" name="Rectangle 51">
                <a:extLst>
                  <a:ext uri="{FF2B5EF4-FFF2-40B4-BE49-F238E27FC236}">
                    <a16:creationId xmlns:a16="http://schemas.microsoft.com/office/drawing/2014/main" id="{C787473E-3E03-F981-60F9-9BF2F87E4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1231"/>
                <a:ext cx="60" cy="14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</p:grpSp>
        <p:grpSp>
          <p:nvGrpSpPr>
            <p:cNvPr id="11302" name="Group 52">
              <a:extLst>
                <a:ext uri="{FF2B5EF4-FFF2-40B4-BE49-F238E27FC236}">
                  <a16:creationId xmlns:a16="http://schemas.microsoft.com/office/drawing/2014/main" id="{4C4A9393-D285-6565-FF01-EDCA7D17F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9" y="1230"/>
              <a:ext cx="105" cy="150"/>
              <a:chOff x="3011" y="1224"/>
              <a:chExt cx="105" cy="150"/>
            </a:xfrm>
          </p:grpSpPr>
          <p:sp>
            <p:nvSpPr>
              <p:cNvPr id="11306" name="Rectangle 53">
                <a:extLst>
                  <a:ext uri="{FF2B5EF4-FFF2-40B4-BE49-F238E27FC236}">
                    <a16:creationId xmlns:a16="http://schemas.microsoft.com/office/drawing/2014/main" id="{A08163D5-1353-82D4-84CE-D337FF428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1" y="1224"/>
                <a:ext cx="105" cy="150"/>
              </a:xfrm>
              <a:prstGeom prst="rect">
                <a:avLst/>
              </a:prstGeom>
              <a:solidFill>
                <a:srgbClr val="CC3300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07" name="Rectangle 54">
                <a:extLst>
                  <a:ext uri="{FF2B5EF4-FFF2-40B4-BE49-F238E27FC236}">
                    <a16:creationId xmlns:a16="http://schemas.microsoft.com/office/drawing/2014/main" id="{B932E336-0CA3-11D3-DDD5-1E650CD4F0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1231"/>
                <a:ext cx="60" cy="14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</p:grpSp>
        <p:grpSp>
          <p:nvGrpSpPr>
            <p:cNvPr id="11303" name="Group 55">
              <a:extLst>
                <a:ext uri="{FF2B5EF4-FFF2-40B4-BE49-F238E27FC236}">
                  <a16:creationId xmlns:a16="http://schemas.microsoft.com/office/drawing/2014/main" id="{5E72CAE8-F40F-CD82-2B05-53934B5B9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2" y="1008"/>
              <a:ext cx="105" cy="150"/>
              <a:chOff x="3011" y="1224"/>
              <a:chExt cx="105" cy="150"/>
            </a:xfrm>
          </p:grpSpPr>
          <p:sp>
            <p:nvSpPr>
              <p:cNvPr id="11304" name="Rectangle 56">
                <a:extLst>
                  <a:ext uri="{FF2B5EF4-FFF2-40B4-BE49-F238E27FC236}">
                    <a16:creationId xmlns:a16="http://schemas.microsoft.com/office/drawing/2014/main" id="{192D033E-5785-E6DB-7BCF-3271719AD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1" y="1224"/>
                <a:ext cx="105" cy="150"/>
              </a:xfrm>
              <a:prstGeom prst="rect">
                <a:avLst/>
              </a:prstGeom>
              <a:solidFill>
                <a:srgbClr val="CC3300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05" name="Rectangle 57">
                <a:extLst>
                  <a:ext uri="{FF2B5EF4-FFF2-40B4-BE49-F238E27FC236}">
                    <a16:creationId xmlns:a16="http://schemas.microsoft.com/office/drawing/2014/main" id="{C05CCF66-D3D1-9482-53A2-E6BD51388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1231"/>
                <a:ext cx="60" cy="14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</p:grpSp>
      </p:grpSp>
      <p:pic>
        <p:nvPicPr>
          <p:cNvPr id="11269" name="Picture 58" descr="A002A">
            <a:extLst>
              <a:ext uri="{FF2B5EF4-FFF2-40B4-BE49-F238E27FC236}">
                <a16:creationId xmlns:a16="http://schemas.microsoft.com/office/drawing/2014/main" id="{9DD05B6B-98D5-2B3B-B22F-FE341968A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462338"/>
            <a:ext cx="1825625" cy="121602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59" descr="A005A">
            <a:extLst>
              <a:ext uri="{FF2B5EF4-FFF2-40B4-BE49-F238E27FC236}">
                <a16:creationId xmlns:a16="http://schemas.microsoft.com/office/drawing/2014/main" id="{AE59E1C5-B18D-F615-F313-EB985707A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456113"/>
            <a:ext cx="1825625" cy="121602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1" name="Picture 60" descr="A006A">
            <a:extLst>
              <a:ext uri="{FF2B5EF4-FFF2-40B4-BE49-F238E27FC236}">
                <a16:creationId xmlns:a16="http://schemas.microsoft.com/office/drawing/2014/main" id="{C1BFC238-34F3-8F67-B99D-AFFBB8FF5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913" y="4727575"/>
            <a:ext cx="1825625" cy="121602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61" descr="A007A">
            <a:extLst>
              <a:ext uri="{FF2B5EF4-FFF2-40B4-BE49-F238E27FC236}">
                <a16:creationId xmlns:a16="http://schemas.microsoft.com/office/drawing/2014/main" id="{0D099C6B-CCF2-5BF1-7DF9-BA7793AB7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75" y="4456113"/>
            <a:ext cx="1825625" cy="121602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3" name="Picture 62" descr="A008A">
            <a:extLst>
              <a:ext uri="{FF2B5EF4-FFF2-40B4-BE49-F238E27FC236}">
                <a16:creationId xmlns:a16="http://schemas.microsoft.com/office/drawing/2014/main" id="{0D2AAFD5-9999-7E9F-7483-C8A86626D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175" y="3617913"/>
            <a:ext cx="1825625" cy="121602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4" name="Text Box 63">
            <a:extLst>
              <a:ext uri="{FF2B5EF4-FFF2-40B4-BE49-F238E27FC236}">
                <a16:creationId xmlns:a16="http://schemas.microsoft.com/office/drawing/2014/main" id="{1F30187D-030A-AAFF-5748-C2632341B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1722438"/>
            <a:ext cx="7610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Input:</a:t>
            </a:r>
            <a:r>
              <a:rPr lang="en-US" altLang="en-US" sz="1800"/>
              <a:t>    Corresponding “features” in multiple perspective images.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/>
              <a:t>Output:</a:t>
            </a:r>
            <a:r>
              <a:rPr lang="en-US" altLang="en-US" sz="1800"/>
              <a:t> Camera pose, calibration, 3D scene structure representation.</a:t>
            </a:r>
          </a:p>
        </p:txBody>
      </p:sp>
      <p:sp>
        <p:nvSpPr>
          <p:cNvPr id="11275" name="AutoShape 64">
            <a:extLst>
              <a:ext uri="{FF2B5EF4-FFF2-40B4-BE49-F238E27FC236}">
                <a16:creationId xmlns:a16="http://schemas.microsoft.com/office/drawing/2014/main" id="{D7B3CD05-0194-48CE-4EE6-0D844EACA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0" y="3052763"/>
            <a:ext cx="260350" cy="228600"/>
          </a:xfrm>
          <a:prstGeom prst="star4">
            <a:avLst>
              <a:gd name="adj" fmla="val 12500"/>
            </a:avLst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sp>
        <p:nvSpPr>
          <p:cNvPr id="11276" name="AutoShape 65">
            <a:extLst>
              <a:ext uri="{FF2B5EF4-FFF2-40B4-BE49-F238E27FC236}">
                <a16:creationId xmlns:a16="http://schemas.microsoft.com/office/drawing/2014/main" id="{DF404418-C331-42C9-6874-997A7CF53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6850" y="3919538"/>
            <a:ext cx="260350" cy="228600"/>
          </a:xfrm>
          <a:prstGeom prst="star4">
            <a:avLst>
              <a:gd name="adj" fmla="val 12500"/>
            </a:avLst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sp>
        <p:nvSpPr>
          <p:cNvPr id="11277" name="AutoShape 66">
            <a:extLst>
              <a:ext uri="{FF2B5EF4-FFF2-40B4-BE49-F238E27FC236}">
                <a16:creationId xmlns:a16="http://schemas.microsoft.com/office/drawing/2014/main" id="{3DEB15E5-DA79-21D6-BAAF-9712DDC7D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4681538"/>
            <a:ext cx="260350" cy="228600"/>
          </a:xfrm>
          <a:prstGeom prst="star4">
            <a:avLst>
              <a:gd name="adj" fmla="val 12500"/>
            </a:avLst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sp>
        <p:nvSpPr>
          <p:cNvPr id="11278" name="AutoShape 67">
            <a:extLst>
              <a:ext uri="{FF2B5EF4-FFF2-40B4-BE49-F238E27FC236}">
                <a16:creationId xmlns:a16="http://schemas.microsoft.com/office/drawing/2014/main" id="{63ED1F69-F0BD-D912-D267-E60C78189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986338"/>
            <a:ext cx="260350" cy="228600"/>
          </a:xfrm>
          <a:prstGeom prst="star4">
            <a:avLst>
              <a:gd name="adj" fmla="val 12500"/>
            </a:avLst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sp>
        <p:nvSpPr>
          <p:cNvPr id="11279" name="AutoShape 68">
            <a:extLst>
              <a:ext uri="{FF2B5EF4-FFF2-40B4-BE49-F238E27FC236}">
                <a16:creationId xmlns:a16="http://schemas.microsoft.com/office/drawing/2014/main" id="{72EF1626-DF7F-AED0-0077-FAF2882E3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681538"/>
            <a:ext cx="260350" cy="228600"/>
          </a:xfrm>
          <a:prstGeom prst="star4">
            <a:avLst>
              <a:gd name="adj" fmla="val 12500"/>
            </a:avLst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sp>
        <p:nvSpPr>
          <p:cNvPr id="11280" name="AutoShape 69">
            <a:extLst>
              <a:ext uri="{FF2B5EF4-FFF2-40B4-BE49-F238E27FC236}">
                <a16:creationId xmlns:a16="http://schemas.microsoft.com/office/drawing/2014/main" id="{5FA56C0D-8E70-9987-C50E-F852AC45F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148138"/>
            <a:ext cx="260350" cy="228600"/>
          </a:xfrm>
          <a:prstGeom prst="star4">
            <a:avLst>
              <a:gd name="adj" fmla="val 12500"/>
            </a:avLst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sp>
        <p:nvSpPr>
          <p:cNvPr id="11281" name="Line 70">
            <a:extLst>
              <a:ext uri="{FF2B5EF4-FFF2-40B4-BE49-F238E27FC236}">
                <a16:creationId xmlns:a16="http://schemas.microsoft.com/office/drawing/2014/main" id="{906BFA48-A60B-2B1A-79CB-FC8985593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1800" y="3233738"/>
            <a:ext cx="2336800" cy="7445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1282" name="Line 71">
            <a:extLst>
              <a:ext uri="{FF2B5EF4-FFF2-40B4-BE49-F238E27FC236}">
                <a16:creationId xmlns:a16="http://schemas.microsoft.com/office/drawing/2014/main" id="{FCB99FBB-7868-C169-50E0-A77BE6EAAD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3375" y="3233738"/>
            <a:ext cx="1108075" cy="1447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1283" name="Line 72">
            <a:extLst>
              <a:ext uri="{FF2B5EF4-FFF2-40B4-BE49-F238E27FC236}">
                <a16:creationId xmlns:a16="http://schemas.microsoft.com/office/drawing/2014/main" id="{908CD10B-216D-173A-9438-9FA41F8701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43488" y="3233738"/>
            <a:ext cx="269875" cy="1676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1284" name="Line 73">
            <a:extLst>
              <a:ext uri="{FF2B5EF4-FFF2-40B4-BE49-F238E27FC236}">
                <a16:creationId xmlns:a16="http://schemas.microsoft.com/office/drawing/2014/main" id="{01060E83-12E1-FED4-F489-4612D381FB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84550" y="3233738"/>
            <a:ext cx="1846263" cy="14446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1285" name="Line 74">
            <a:extLst>
              <a:ext uri="{FF2B5EF4-FFF2-40B4-BE49-F238E27FC236}">
                <a16:creationId xmlns:a16="http://schemas.microsoft.com/office/drawing/2014/main" id="{1FBA2A32-FE46-1407-5C0A-4F879E336A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9688" y="3233738"/>
            <a:ext cx="2601912" cy="914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HK"/>
          </a:p>
        </p:txBody>
      </p:sp>
      <p:sp>
        <p:nvSpPr>
          <p:cNvPr id="11287" name="Rectangle 77">
            <a:extLst>
              <a:ext uri="{FF2B5EF4-FFF2-40B4-BE49-F238E27FC236}">
                <a16:creationId xmlns:a16="http://schemas.microsoft.com/office/drawing/2014/main" id="{77572534-A69E-C5FC-D666-773484ED2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6172200"/>
            <a:ext cx="2692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(Courtesy of Jana Kosecka)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B15FBA7A-7BED-9293-BCC3-8C82D0FDA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Structure from Motion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11860251-DBE6-915B-8E0B-F7797CF594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Given a sequence of images captured by one camera, construct 3D structure (height, width, depth/distance) of the objects.</a:t>
            </a:r>
          </a:p>
        </p:txBody>
      </p:sp>
      <p:pic>
        <p:nvPicPr>
          <p:cNvPr id="12293" name="Picture 5" descr="vc2">
            <a:hlinkClick r:id="rId2"/>
            <a:extLst>
              <a:ext uri="{FF2B5EF4-FFF2-40B4-BE49-F238E27FC236}">
                <a16:creationId xmlns:a16="http://schemas.microsoft.com/office/drawing/2014/main" id="{B4DB0AF2-CDC1-1154-CFDC-274FE1ECA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124200"/>
            <a:ext cx="31242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F2098029-C93B-4A9A-ADD9-13343D8A5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Computer Vision Techniques (1)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FF949686-6F42-E788-EBAA-6D3683B8E9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Vision based control (unmanned air vehicle, unmanned ground vehicle, unmanned underwater vehicle)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Mobile robot navigation 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Industrial inspection (automated systems for manufacturing)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Surveillance for home, bank, school, airport, hotel, stadium; border control, military intelligence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Medical image analysis</a:t>
            </a:r>
            <a:r>
              <a:rPr lang="en-US" altLang="en-US" sz="3200" dirty="0"/>
              <a:t>  </a:t>
            </a: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DF7A4E1E-451E-323B-9544-22F4B1010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Computer Vision Techniques (2)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C7F0874-83FE-CDC1-876B-6AA5DBE99B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1471" y="1752600"/>
            <a:ext cx="7924800" cy="4535488"/>
          </a:xfrm>
        </p:spPr>
        <p:txBody>
          <a:bodyPr/>
          <a:lstStyle/>
          <a:p>
            <a:r>
              <a:rPr lang="en-US" altLang="en-US" sz="2800" dirty="0"/>
              <a:t>Human computer interaction (rendering depends on view angle, and distance of the viewer): simulate 3D holograph </a:t>
            </a:r>
            <a:endParaRPr lang="en-US" altLang="en-US" dirty="0"/>
          </a:p>
        </p:txBody>
      </p:sp>
      <p:pic>
        <p:nvPicPr>
          <p:cNvPr id="14341" name="Picture 6" descr="7">
            <a:extLst>
              <a:ext uri="{FF2B5EF4-FFF2-40B4-BE49-F238E27FC236}">
                <a16:creationId xmlns:a16="http://schemas.microsoft.com/office/drawing/2014/main" id="{CA01AED9-3345-8AAC-2A37-D92C23948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0400"/>
            <a:ext cx="4419600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10" descr="Hologram-reconstruct">
            <a:extLst>
              <a:ext uri="{FF2B5EF4-FFF2-40B4-BE49-F238E27FC236}">
                <a16:creationId xmlns:a16="http://schemas.microsoft.com/office/drawing/2014/main" id="{2F261C33-0B1B-C86E-0D58-2AE2B7F24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3810000"/>
            <a:ext cx="40576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CE405520-6F79-579D-8122-71D3B9C5F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Computer Vision Techniques (3)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17247BA-44C4-ED94-B651-99F94E1818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Virtual reality  </a:t>
            </a:r>
          </a:p>
          <a:p>
            <a:r>
              <a:rPr lang="en-US" altLang="en-US" sz="2800"/>
              <a:t>Image retrieval in image libraries</a:t>
            </a:r>
          </a:p>
          <a:p>
            <a:r>
              <a:rPr lang="en-US" altLang="en-US" sz="2800"/>
              <a:t>Video analysis</a:t>
            </a:r>
          </a:p>
          <a:p>
            <a:r>
              <a:rPr lang="en-US" altLang="en-US" sz="2800"/>
              <a:t>Image based rendering (view interpolation)</a:t>
            </a:r>
          </a:p>
          <a:p>
            <a:r>
              <a:rPr lang="en-US" altLang="en-US" sz="2800"/>
              <a:t>Realistic render of synthetic scenes in computer graphics </a:t>
            </a:r>
            <a:endParaRPr lang="en-US" altLang="en-US"/>
          </a:p>
          <a:p>
            <a:pPr lvl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7793038" cy="457200"/>
          </a:xfrm>
        </p:spPr>
        <p:txBody>
          <a:bodyPr/>
          <a:lstStyle/>
          <a:p>
            <a:r>
              <a:rPr lang="en-US" dirty="0"/>
              <a:t>Virtual &amp; Augmented Reality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90600" y="1061283"/>
            <a:ext cx="2895600" cy="2838510"/>
            <a:chOff x="609600" y="1371600"/>
            <a:chExt cx="2895600" cy="2838510"/>
          </a:xfrm>
        </p:grpSpPr>
        <p:pic>
          <p:nvPicPr>
            <p:cNvPr id="1000450" name="Picture 2" descr="http://onlinecmag.com/wp-content/uploads/2016/11/dsky.co_.jpg?x5957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371600"/>
              <a:ext cx="2895600" cy="23260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951665" y="3810000"/>
              <a:ext cx="219598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2000" b="0" dirty="0">
                  <a:solidFill>
                    <a:schemeClr val="tx1"/>
                  </a:solidFill>
                  <a:latin typeface="+mn-lt"/>
                </a:rPr>
                <a:t>6DoF head tracking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343400" y="1608423"/>
            <a:ext cx="3358858" cy="2290822"/>
            <a:chOff x="3352800" y="1600200"/>
            <a:chExt cx="3358858" cy="2290822"/>
          </a:xfrm>
        </p:grpSpPr>
        <p:pic>
          <p:nvPicPr>
            <p:cNvPr id="1000452" name="Picture 4" descr="http://media.gizmodo.co.uk/wp-content/uploads/2015/07/oculus-rift-final-620x349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1600200"/>
              <a:ext cx="3358858" cy="1890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884957" y="3490912"/>
              <a:ext cx="243964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2000" b="0" dirty="0">
                  <a:solidFill>
                    <a:schemeClr val="tx1"/>
                  </a:solidFill>
                  <a:latin typeface="+mn-lt"/>
                </a:rPr>
                <a:t>Hand &amp; body tracking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032229" y="4267200"/>
            <a:ext cx="3197371" cy="2377708"/>
            <a:chOff x="5032229" y="4219441"/>
            <a:chExt cx="3197371" cy="2377708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2229" y="4219441"/>
              <a:ext cx="3197371" cy="1945254"/>
            </a:xfrm>
            <a:prstGeom prst="rect">
              <a:avLst/>
            </a:prstGeom>
          </p:spPr>
        </p:pic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5417410" y="6197039"/>
              <a:ext cx="242701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2000" b="0" dirty="0">
                  <a:solidFill>
                    <a:schemeClr val="tx1"/>
                  </a:solidFill>
                  <a:latin typeface="+mn-lt"/>
                </a:rPr>
                <a:t>3D-360 video capture</a:t>
              </a: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226368"/>
            <a:ext cx="3674986" cy="1993213"/>
          </a:xfrm>
          <a:prstGeom prst="rect">
            <a:avLst/>
          </a:prstGeom>
        </p:spPr>
      </p:pic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1252397" y="6229449"/>
            <a:ext cx="26941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3D scene understanding</a:t>
            </a:r>
          </a:p>
        </p:txBody>
      </p:sp>
    </p:spTree>
    <p:extLst>
      <p:ext uri="{BB962C8B-B14F-4D97-AF65-F5344CB8AC3E}">
        <p14:creationId xmlns:p14="http://schemas.microsoft.com/office/powerpoint/2010/main" val="3544958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4">
            <a:extLst>
              <a:ext uri="{FF2B5EF4-FFF2-40B4-BE49-F238E27FC236}">
                <a16:creationId xmlns:a16="http://schemas.microsoft.com/office/drawing/2014/main" id="{379852AC-1AF7-4680-0FEA-45509B3A6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349250"/>
            <a:ext cx="74320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APPLICATIONS – Real-Time Virtual Object Insertion </a:t>
            </a:r>
          </a:p>
        </p:txBody>
      </p:sp>
      <p:pic>
        <p:nvPicPr>
          <p:cNvPr id="16388" name="Picture 5" descr="cmbd-mpegfirstframe">
            <a:extLst>
              <a:ext uri="{FF2B5EF4-FFF2-40B4-BE49-F238E27FC236}">
                <a16:creationId xmlns:a16="http://schemas.microsoft.com/office/drawing/2014/main" id="{B69AB936-2078-A26B-1E26-91BF74E00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95400"/>
            <a:ext cx="6858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 Box 6">
            <a:extLst>
              <a:ext uri="{FF2B5EF4-FFF2-40B4-BE49-F238E27FC236}">
                <a16:creationId xmlns:a16="http://schemas.microsoft.com/office/drawing/2014/main" id="{E1B0E88C-C239-D203-9490-240D3ABB2AD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629400" y="6324600"/>
            <a:ext cx="2279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Lucida Sans Unicode" panose="020B0602030504020204" pitchFamily="34" charset="0"/>
              </a:rPr>
              <a:t>UCLA Vision Lab</a:t>
            </a:r>
            <a:r>
              <a:rPr lang="en-US" altLang="en-US" sz="2000">
                <a:solidFill>
                  <a:schemeClr val="bg2"/>
                </a:solidFill>
                <a:latin typeface="Lucida Sans Unicode" panose="020B0602030504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4">
            <a:extLst>
              <a:ext uri="{FF2B5EF4-FFF2-40B4-BE49-F238E27FC236}">
                <a16:creationId xmlns:a16="http://schemas.microsoft.com/office/drawing/2014/main" id="{CE2B042D-A626-D797-53AA-3EE6D63AC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349250"/>
            <a:ext cx="77140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APPLICATIONS – Real-Time Sports Coverage </a:t>
            </a:r>
          </a:p>
        </p:txBody>
      </p:sp>
      <p:pic>
        <p:nvPicPr>
          <p:cNvPr id="17414" name="Picture 7" descr="ford_superbowl">
            <a:extLst>
              <a:ext uri="{FF2B5EF4-FFF2-40B4-BE49-F238E27FC236}">
                <a16:creationId xmlns:a16="http://schemas.microsoft.com/office/drawing/2014/main" id="{F4449BEB-6F40-99A8-E4ED-249B01B86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065338"/>
            <a:ext cx="4114800" cy="311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8" descr="firstdown">
            <a:extLst>
              <a:ext uri="{FF2B5EF4-FFF2-40B4-BE49-F238E27FC236}">
                <a16:creationId xmlns:a16="http://schemas.microsoft.com/office/drawing/2014/main" id="{AEF52D23-5339-5C33-3B42-03819FACA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87563"/>
            <a:ext cx="4114800" cy="309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Text Box 9">
            <a:extLst>
              <a:ext uri="{FF2B5EF4-FFF2-40B4-BE49-F238E27FC236}">
                <a16:creationId xmlns:a16="http://schemas.microsoft.com/office/drawing/2014/main" id="{EA955DC8-B353-B394-2170-8ACDE7D1354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222875" y="6321425"/>
            <a:ext cx="3548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Lucida Sans Unicode" panose="020B0602030504020204" pitchFamily="34" charset="0"/>
              </a:rPr>
              <a:t>Princeton Video Image, Inc.</a:t>
            </a:r>
          </a:p>
        </p:txBody>
      </p:sp>
      <p:sp>
        <p:nvSpPr>
          <p:cNvPr id="17417" name="Text Box 10">
            <a:extLst>
              <a:ext uri="{FF2B5EF4-FFF2-40B4-BE49-F238E27FC236}">
                <a16:creationId xmlns:a16="http://schemas.microsoft.com/office/drawing/2014/main" id="{E5C0A49B-4D5D-59E2-5F91-FA80475FC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447800"/>
            <a:ext cx="585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008000"/>
                </a:solidFill>
                <a:latin typeface="Lucida Sans Unicode" panose="020B0602030504020204" pitchFamily="34" charset="0"/>
              </a:rPr>
              <a:t>First-down line and virtual advertising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">
            <a:extLst>
              <a:ext uri="{FF2B5EF4-FFF2-40B4-BE49-F238E27FC236}">
                <a16:creationId xmlns:a16="http://schemas.microsoft.com/office/drawing/2014/main" id="{D2B5B5FB-322F-821E-ED1C-F9F78D908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124123"/>
            <a:ext cx="81047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APPLICATIONS – Image-Based Modeling and Rendering 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760CBE0B-3290-0F65-2D4F-179FF5389BA7}"/>
              </a:ext>
            </a:extLst>
          </p:cNvPr>
          <p:cNvGrpSpPr>
            <a:grpSpLocks/>
          </p:cNvGrpSpPr>
          <p:nvPr/>
        </p:nvGrpSpPr>
        <p:grpSpPr bwMode="auto">
          <a:xfrm>
            <a:off x="4702175" y="744538"/>
            <a:ext cx="3700463" cy="5446712"/>
            <a:chOff x="534" y="460"/>
            <a:chExt cx="2331" cy="3431"/>
          </a:xfrm>
        </p:grpSpPr>
        <p:pic>
          <p:nvPicPr>
            <p:cNvPr id="18441" name="Picture 6" descr="debevec-shot1-model">
              <a:extLst>
                <a:ext uri="{FF2B5EF4-FFF2-40B4-BE49-F238E27FC236}">
                  <a16:creationId xmlns:a16="http://schemas.microsoft.com/office/drawing/2014/main" id="{D07365EB-5DA6-1D9E-FC72-6AD037B52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" y="460"/>
              <a:ext cx="2320" cy="1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2" name="Picture 7" descr="debevec-shot2-model">
              <a:extLst>
                <a:ext uri="{FF2B5EF4-FFF2-40B4-BE49-F238E27FC236}">
                  <a16:creationId xmlns:a16="http://schemas.microsoft.com/office/drawing/2014/main" id="{74A22C07-CF17-185B-8EFA-0E758A169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" y="2201"/>
              <a:ext cx="2331" cy="1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437" name="Group 8">
            <a:extLst>
              <a:ext uri="{FF2B5EF4-FFF2-40B4-BE49-F238E27FC236}">
                <a16:creationId xmlns:a16="http://schemas.microsoft.com/office/drawing/2014/main" id="{7C89EF86-EFD1-2075-5A74-E2A06842EB11}"/>
              </a:ext>
            </a:extLst>
          </p:cNvPr>
          <p:cNvGrpSpPr>
            <a:grpSpLocks/>
          </p:cNvGrpSpPr>
          <p:nvPr/>
        </p:nvGrpSpPr>
        <p:grpSpPr bwMode="auto">
          <a:xfrm>
            <a:off x="809625" y="744538"/>
            <a:ext cx="3622675" cy="5443537"/>
            <a:chOff x="2905" y="461"/>
            <a:chExt cx="2282" cy="3429"/>
          </a:xfrm>
        </p:grpSpPr>
        <p:pic>
          <p:nvPicPr>
            <p:cNvPr id="18439" name="Picture 9" descr="debevec-shot1-rendering">
              <a:extLst>
                <a:ext uri="{FF2B5EF4-FFF2-40B4-BE49-F238E27FC236}">
                  <a16:creationId xmlns:a16="http://schemas.microsoft.com/office/drawing/2014/main" id="{B226EAB5-4AB0-6EC0-3A6F-F45E8139B5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5" y="461"/>
              <a:ext cx="2278" cy="1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0" name="Picture 10" descr="debevec-shot2-rendering">
              <a:extLst>
                <a:ext uri="{FF2B5EF4-FFF2-40B4-BE49-F238E27FC236}">
                  <a16:creationId xmlns:a16="http://schemas.microsoft.com/office/drawing/2014/main" id="{7AAA8442-F7AB-56F3-8980-2D7FA839E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0" y="2189"/>
              <a:ext cx="2277" cy="1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8438" name="Text Box 11">
            <a:extLst>
              <a:ext uri="{FF2B5EF4-FFF2-40B4-BE49-F238E27FC236}">
                <a16:creationId xmlns:a16="http://schemas.microsoft.com/office/drawing/2014/main" id="{8BC36E10-64DD-53C2-2800-39867E7803A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699000" y="6350000"/>
            <a:ext cx="4098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Lucida Sans Unicode" panose="020B0602030504020204" pitchFamily="34" charset="0"/>
              </a:rPr>
              <a:t>Image courtesy of Paul Debevec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4">
            <a:extLst>
              <a:ext uri="{FF2B5EF4-FFF2-40B4-BE49-F238E27FC236}">
                <a16:creationId xmlns:a16="http://schemas.microsoft.com/office/drawing/2014/main" id="{643B869C-2CFC-D51A-817B-1A8E0BF11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11422"/>
            <a:ext cx="65953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APPLICATIONS – Image Alignment, </a:t>
            </a:r>
            <a:r>
              <a:rPr lang="en-US" altLang="en-US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Mosaicing</a:t>
            </a:r>
            <a:endParaRPr lang="en-US" altLang="en-US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9460" name="Picture 5" descr="PICT0014s">
            <a:extLst>
              <a:ext uri="{FF2B5EF4-FFF2-40B4-BE49-F238E27FC236}">
                <a16:creationId xmlns:a16="http://schemas.microsoft.com/office/drawing/2014/main" id="{DAD355F7-7529-ED9A-79C3-B3606687A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87400"/>
            <a:ext cx="22860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6" descr="PICT0015s">
            <a:extLst>
              <a:ext uri="{FF2B5EF4-FFF2-40B4-BE49-F238E27FC236}">
                <a16:creationId xmlns:a16="http://schemas.microsoft.com/office/drawing/2014/main" id="{7DDAFBAF-F8F4-206A-6F65-59D84CB85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78100"/>
            <a:ext cx="22860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9" name="Picture 7" descr="alignment2news2">
            <a:extLst>
              <a:ext uri="{FF2B5EF4-FFF2-40B4-BE49-F238E27FC236}">
                <a16:creationId xmlns:a16="http://schemas.microsoft.com/office/drawing/2014/main" id="{9360D1DE-8BA7-F0BC-9994-64A801B6E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1336675"/>
            <a:ext cx="4419600" cy="265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80" name="Picture 8" descr="hallmosaic180">
            <a:extLst>
              <a:ext uri="{FF2B5EF4-FFF2-40B4-BE49-F238E27FC236}">
                <a16:creationId xmlns:a16="http://schemas.microsoft.com/office/drawing/2014/main" id="{9E01C196-ED18-3AD4-C7EB-C071AC253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4230688"/>
            <a:ext cx="8153400" cy="189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4">
            <a:extLst>
              <a:ext uri="{FF2B5EF4-FFF2-40B4-BE49-F238E27FC236}">
                <a16:creationId xmlns:a16="http://schemas.microsoft.com/office/drawing/2014/main" id="{4F04454E-FD4C-79EB-6CA2-1AD0C6096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Image Morphing</a:t>
            </a:r>
          </a:p>
        </p:txBody>
      </p:sp>
      <p:pic>
        <p:nvPicPr>
          <p:cNvPr id="20484" name="Picture 5">
            <a:extLst>
              <a:ext uri="{FF2B5EF4-FFF2-40B4-BE49-F238E27FC236}">
                <a16:creationId xmlns:a16="http://schemas.microsoft.com/office/drawing/2014/main" id="{42FFA9E2-33E8-3896-F6AE-4EA146959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876800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6">
            <a:extLst>
              <a:ext uri="{FF2B5EF4-FFF2-40B4-BE49-F238E27FC236}">
                <a16:creationId xmlns:a16="http://schemas.microsoft.com/office/drawing/2014/main" id="{EFFE5FF4-C5DC-684B-6748-A195CA078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752600"/>
            <a:ext cx="661035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8">
            <a:extLst>
              <a:ext uri="{FF2B5EF4-FFF2-40B4-BE49-F238E27FC236}">
                <a16:creationId xmlns:a16="http://schemas.microsoft.com/office/drawing/2014/main" id="{DFFA3BC5-1FB2-DF4A-E877-8D16D4118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5" y="3352800"/>
            <a:ext cx="65436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 of the art</a:t>
            </a:r>
          </a:p>
        </p:txBody>
      </p:sp>
      <p:sp>
        <p:nvSpPr>
          <p:cNvPr id="8273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600" dirty="0"/>
          </a:p>
          <a:p>
            <a:r>
              <a:rPr lang="en-US" sz="2800" dirty="0"/>
              <a:t>This is a very active research area, and rapidly changing</a:t>
            </a:r>
            <a:endParaRPr lang="en-US" sz="2400" dirty="0"/>
          </a:p>
          <a:p>
            <a:pPr lvl="1"/>
            <a:r>
              <a:rPr lang="en-US" sz="2400" dirty="0"/>
              <a:t>More apps in the next 5 years??</a:t>
            </a:r>
          </a:p>
          <a:p>
            <a:pPr lvl="1"/>
            <a:endParaRPr lang="en-US" sz="1400" dirty="0"/>
          </a:p>
          <a:p>
            <a:r>
              <a:rPr lang="en-US" sz="2800" dirty="0"/>
              <a:t>To learn more about vision applications and companies</a:t>
            </a:r>
          </a:p>
          <a:p>
            <a:pPr lvl="1"/>
            <a:r>
              <a:rPr lang="en-US" sz="2400" dirty="0">
                <a:hlinkClick r:id="rId3"/>
              </a:rPr>
              <a:t>David Lowe </a:t>
            </a:r>
            <a:r>
              <a:rPr lang="en-US" sz="2400" dirty="0"/>
              <a:t>maintains an excellent overview of vision companies</a:t>
            </a:r>
          </a:p>
          <a:p>
            <a:pPr lvl="2"/>
            <a:r>
              <a:rPr lang="en-US" dirty="0">
                <a:hlinkClick r:id="rId4"/>
              </a:rPr>
              <a:t>http://www.cs.ubc.ca/spider/lowe/vision.html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2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2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2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7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200" y="1524000"/>
            <a:ext cx="19431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3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is computer vision difficult?</a:t>
            </a:r>
          </a:p>
        </p:txBody>
      </p:sp>
      <p:pic>
        <p:nvPicPr>
          <p:cNvPr id="10997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2286000"/>
            <a:ext cx="2286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9977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" y="1447800"/>
            <a:ext cx="2043953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1484261" y="3821668"/>
            <a:ext cx="2088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n-lt"/>
              </a:rPr>
              <a:t>Viewpoint variation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6248400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n-lt"/>
              </a:rPr>
              <a:t>Illumination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638800" y="1535668"/>
            <a:ext cx="2650222" cy="4495800"/>
            <a:chOff x="6553200" y="2667000"/>
            <a:chExt cx="1981200" cy="3360880"/>
          </a:xfrm>
        </p:grpSpPr>
        <p:pic>
          <p:nvPicPr>
            <p:cNvPr id="14" name="Picture 2" descr="wallpaper01_1024x768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348" t="5618" r="28346" b="999"/>
            <a:stretch>
              <a:fillRect/>
            </a:stretch>
          </p:blipFill>
          <p:spPr bwMode="auto">
            <a:xfrm>
              <a:off x="6553200" y="2667000"/>
              <a:ext cx="1981200" cy="3360880"/>
            </a:xfrm>
            <a:prstGeom prst="rect">
              <a:avLst/>
            </a:prstGeom>
            <a:noFill/>
          </p:spPr>
        </p:pic>
        <p:sp>
          <p:nvSpPr>
            <p:cNvPr id="15" name="Rectangle 14"/>
            <p:cNvSpPr/>
            <p:nvPr/>
          </p:nvSpPr>
          <p:spPr>
            <a:xfrm>
              <a:off x="6610350" y="2667000"/>
              <a:ext cx="628650" cy="685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688822" y="6107668"/>
            <a:ext cx="66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n-lt"/>
              </a:rPr>
              <a:t>Scale</a:t>
            </a:r>
          </a:p>
        </p:txBody>
      </p:sp>
      <p:pic>
        <p:nvPicPr>
          <p:cNvPr id="1076225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57200" y="4343400"/>
            <a:ext cx="1968012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76226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752600" y="4572000"/>
            <a:ext cx="1981200" cy="1304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7622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895600" y="4800600"/>
            <a:ext cx="1981200" cy="1304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99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9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7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7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7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computer vision difficult?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57200" y="1295400"/>
            <a:ext cx="4038600" cy="2366367"/>
            <a:chOff x="304800" y="1600200"/>
            <a:chExt cx="4876800" cy="2857500"/>
          </a:xfrm>
        </p:grpSpPr>
        <p:pic>
          <p:nvPicPr>
            <p:cNvPr id="110080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04800" y="1676400"/>
              <a:ext cx="2286000" cy="1466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00805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6400" y="2743200"/>
              <a:ext cx="2286000" cy="1714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00806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95600" y="1600200"/>
              <a:ext cx="2286000" cy="1714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TextBox 10"/>
          <p:cNvSpPr txBox="1"/>
          <p:nvPr/>
        </p:nvSpPr>
        <p:spPr>
          <a:xfrm>
            <a:off x="1524000" y="3745468"/>
            <a:ext cx="2015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n-lt"/>
              </a:rPr>
              <a:t>Intra-class variation</a:t>
            </a:r>
          </a:p>
        </p:txBody>
      </p:sp>
      <p:pic>
        <p:nvPicPr>
          <p:cNvPr id="110080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66800" y="4191000"/>
            <a:ext cx="2781300" cy="222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1464873" y="6424043"/>
            <a:ext cx="1964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n-lt"/>
              </a:rPr>
              <a:t>Background clutter</a:t>
            </a:r>
          </a:p>
        </p:txBody>
      </p:sp>
      <p:pic>
        <p:nvPicPr>
          <p:cNvPr id="14" name="Picture 6" descr="bird_head_motion_blur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62600" y="1524000"/>
            <a:ext cx="2667000" cy="174141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5486400" y="3352800"/>
            <a:ext cx="2853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n-lt"/>
              </a:rPr>
              <a:t>Motion (Source: S. Lazebnik)</a:t>
            </a:r>
          </a:p>
        </p:txBody>
      </p:sp>
      <p:pic>
        <p:nvPicPr>
          <p:cNvPr id="1074177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410200" y="4114800"/>
            <a:ext cx="28956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6374031" y="633626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n-lt"/>
              </a:rPr>
              <a:t>Occlusion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0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74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28800" y="920234"/>
            <a:ext cx="5486400" cy="48006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304800" y="1600200"/>
            <a:ext cx="2286000" cy="1447800"/>
          </a:xfrm>
          <a:prstGeom prst="ellipse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1905000" y="5105400"/>
            <a:ext cx="2286000" cy="1447800"/>
          </a:xfrm>
          <a:prstGeom prst="ellipse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943600" y="4410927"/>
            <a:ext cx="2286000" cy="1447800"/>
          </a:xfrm>
          <a:prstGeom prst="ellipse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760779" y="3522320"/>
            <a:ext cx="2286000" cy="1447800"/>
          </a:xfrm>
          <a:prstGeom prst="ellipse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13331" y="1540078"/>
            <a:ext cx="2286000" cy="1447800"/>
          </a:xfrm>
          <a:prstGeom prst="ellipse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09600" y="4273034"/>
            <a:ext cx="2286000" cy="1447800"/>
          </a:xfrm>
          <a:prstGeom prst="ellipse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97221" y="3276600"/>
            <a:ext cx="2286000" cy="1447800"/>
          </a:xfrm>
          <a:prstGeom prst="ellipse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43600" y="577646"/>
            <a:ext cx="2286000" cy="1447800"/>
          </a:xfrm>
          <a:prstGeom prst="ellipse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9866" y="1600200"/>
            <a:ext cx="4495800" cy="1143000"/>
          </a:xfrm>
        </p:spPr>
        <p:txBody>
          <a:bodyPr>
            <a:normAutofit/>
          </a:bodyPr>
          <a:lstStyle/>
          <a:p>
            <a:r>
              <a:rPr lang="en-US" dirty="0"/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107263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prstClr val="black"/>
                </a:solidFill>
                <a:latin typeface="Calibri"/>
              </a:rPr>
              <a:t>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519326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prstClr val="black"/>
                </a:solidFill>
                <a:latin typeface="Calibri"/>
              </a:rPr>
              <a:t>Neuroscience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38100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prstClr val="black"/>
                </a:solidFill>
                <a:latin typeface="Calibri"/>
              </a:rPr>
              <a:t>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7244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prstClr val="black"/>
                </a:solidFill>
                <a:latin typeface="Calibri"/>
              </a:rPr>
              <a:t>Computational Photography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9812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prstClr val="black"/>
                </a:solidFill>
                <a:latin typeface="Calibri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6448" y="395302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prstClr val="black"/>
                </a:solidFill>
                <a:latin typeface="Calibri"/>
              </a:rPr>
              <a:t>Medical Imaging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96869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prstClr val="black"/>
                </a:solidFill>
                <a:latin typeface="Calibri"/>
              </a:rPr>
              <a:t>Human Computer Interaction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6151" y="565982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prstClr val="black"/>
                </a:solidFill>
                <a:latin typeface="Calibri"/>
              </a:rPr>
              <a:t>Multimedia</a:t>
            </a:r>
          </a:p>
        </p:txBody>
      </p:sp>
      <p:sp>
        <p:nvSpPr>
          <p:cNvPr id="23" name="Oval 22"/>
          <p:cNvSpPr/>
          <p:nvPr/>
        </p:nvSpPr>
        <p:spPr>
          <a:xfrm>
            <a:off x="2895600" y="2754211"/>
            <a:ext cx="3505200" cy="240770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24200" y="3146708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</a:rPr>
              <a:t>Image processing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</a:rPr>
              <a:t>Scene understanding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</a:rPr>
              <a:t>Motion analysis</a:t>
            </a:r>
            <a:br>
              <a:rPr lang="en-US" sz="2400" b="0" dirty="0">
                <a:solidFill>
                  <a:prstClr val="black"/>
                </a:solidFill>
                <a:latin typeface="Calibri"/>
              </a:rPr>
            </a:br>
            <a:r>
              <a:rPr lang="en-US" sz="2400" b="0" dirty="0">
                <a:solidFill>
                  <a:prstClr val="black"/>
                </a:solidFill>
                <a:latin typeface="Calibri"/>
              </a:rPr>
              <a:t>Object recognition</a:t>
            </a:r>
          </a:p>
        </p:txBody>
      </p:sp>
    </p:spTree>
    <p:extLst>
      <p:ext uri="{BB962C8B-B14F-4D97-AF65-F5344CB8AC3E}">
        <p14:creationId xmlns:p14="http://schemas.microsoft.com/office/powerpoint/2010/main" val="69980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17" grpId="0" animBg="1"/>
      <p:bldP spid="16" grpId="0" animBg="1"/>
      <p:bldP spid="15" grpId="0" animBg="1"/>
      <p:bldP spid="18" grpId="0" animBg="1"/>
      <p:bldP spid="19" grpId="0" animBg="1"/>
      <p:bldP spid="14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22" grpId="0"/>
      <p:bldP spid="23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Brief introduction</a:t>
            </a:r>
          </a:p>
          <a:p>
            <a:pPr eaLnBrk="1" hangingPunct="1"/>
            <a:r>
              <a:rPr lang="en-US" sz="3200" dirty="0">
                <a:solidFill>
                  <a:srgbClr val="FF0000"/>
                </a:solidFill>
              </a:rPr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1730192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/>
              <a:t>Grading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768960"/>
              </p:ext>
            </p:extLst>
          </p:nvPr>
        </p:nvGraphicFramePr>
        <p:xfrm>
          <a:off x="838200" y="2514600"/>
          <a:ext cx="7924800" cy="1935480"/>
        </p:xfrm>
        <a:graphic>
          <a:graphicData uri="http://schemas.openxmlformats.org/drawingml/2006/table">
            <a:tbl>
              <a:tblPr/>
              <a:tblGrid>
                <a:gridCol w="2615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4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109141"/>
              </p:ext>
            </p:extLst>
          </p:nvPr>
        </p:nvGraphicFramePr>
        <p:xfrm>
          <a:off x="76200" y="2057400"/>
          <a:ext cx="9067800" cy="1783080"/>
        </p:xfrm>
        <a:graphic>
          <a:graphicData uri="http://schemas.openxmlformats.org/drawingml/2006/table">
            <a:tbl>
              <a:tblPr/>
              <a:tblGrid>
                <a:gridCol w="2992374">
                  <a:extLst>
                    <a:ext uri="{9D8B030D-6E8A-4147-A177-3AD203B41FA5}">
                      <a16:colId xmlns:a16="http://schemas.microsoft.com/office/drawing/2014/main" val="1899935429"/>
                    </a:ext>
                  </a:extLst>
                </a:gridCol>
                <a:gridCol w="2992374">
                  <a:extLst>
                    <a:ext uri="{9D8B030D-6E8A-4147-A177-3AD203B41FA5}">
                      <a16:colId xmlns:a16="http://schemas.microsoft.com/office/drawing/2014/main" val="2583734834"/>
                    </a:ext>
                  </a:extLst>
                </a:gridCol>
                <a:gridCol w="3083052">
                  <a:extLst>
                    <a:ext uri="{9D8B030D-6E8A-4147-A177-3AD203B41FA5}">
                      <a16:colId xmlns:a16="http://schemas.microsoft.com/office/drawing/2014/main" val="2765769037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Grades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Percentage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Due Dates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39319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HK"/>
                        <a:t>Homework assignments </a:t>
                      </a:r>
                    </a:p>
                  </a:txBody>
                  <a:tcPr marL="14288" marR="14288" marT="14288" marB="14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/>
                        <a:t>30%</a:t>
                      </a:r>
                    </a:p>
                  </a:txBody>
                  <a:tcPr marL="14288" marR="14288" marT="14288" marB="14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/>
                        <a:t>To be announced</a:t>
                      </a:r>
                    </a:p>
                  </a:txBody>
                  <a:tcPr marL="14288" marR="14288" marT="14288" marB="14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46227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HK"/>
                        <a:t>Project</a:t>
                      </a:r>
                    </a:p>
                  </a:txBody>
                  <a:tcPr marL="14288" marR="14288" marT="14288" marB="14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/>
                        <a:t>20%</a:t>
                      </a:r>
                    </a:p>
                  </a:txBody>
                  <a:tcPr marL="14288" marR="14288" marT="14288" marB="14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/>
                        <a:t>4pm, Dec. 4</a:t>
                      </a:r>
                    </a:p>
                  </a:txBody>
                  <a:tcPr marL="14288" marR="14288" marT="14288" marB="14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27138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HK"/>
                        <a:t>Final exam</a:t>
                      </a:r>
                    </a:p>
                  </a:txBody>
                  <a:tcPr marL="14288" marR="14288" marT="14288" marB="14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/>
                        <a:t>50%</a:t>
                      </a:r>
                    </a:p>
                  </a:txBody>
                  <a:tcPr marL="14288" marR="14288" marT="14288" marB="14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/>
                        <a:t>Dec. 7 -- 19</a:t>
                      </a:r>
                    </a:p>
                  </a:txBody>
                  <a:tcPr marL="14288" marR="14288" marT="14288" marB="14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838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715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/>
              <a:t>Course Textbook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76400"/>
            <a:ext cx="7924800" cy="4535488"/>
          </a:xfrm>
        </p:spPr>
        <p:txBody>
          <a:bodyPr/>
          <a:lstStyle/>
          <a:p>
            <a:r>
              <a:rPr lang="en-US" sz="2000" dirty="0"/>
              <a:t>There is no textbook for the course.</a:t>
            </a:r>
          </a:p>
          <a:p>
            <a:r>
              <a:rPr lang="en-US" altLang="zh-CN" sz="2000" dirty="0">
                <a:ea typeface="宋体" charset="-122"/>
              </a:rPr>
              <a:t>Use the following free book as a reference.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A31913F-30F3-606E-57A7-5BC9B2DCC9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8" t="5468" r="26697" b="57873"/>
          <a:stretch/>
        </p:blipFill>
        <p:spPr bwMode="auto">
          <a:xfrm>
            <a:off x="457200" y="2514600"/>
            <a:ext cx="7371226" cy="3401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3F2379-666B-126E-A9E8-1107FD750DE6}"/>
              </a:ext>
            </a:extLst>
          </p:cNvPr>
          <p:cNvSpPr txBox="1"/>
          <p:nvPr/>
        </p:nvSpPr>
        <p:spPr>
          <a:xfrm>
            <a:off x="2133600" y="5943600"/>
            <a:ext cx="4486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4"/>
              </a:rPr>
              <a:t>http://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4"/>
              </a:rPr>
              <a:t>szeliski.org/Book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4"/>
              </a:rPr>
              <a:t>/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2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EBFD9A07-A9BE-2721-AA2A-578C9F97E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Recommended Reading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B1AAA4A3-EFEF-83A3-666F-37B8EFC4B7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Notes on web site: </a:t>
            </a:r>
            <a:r>
              <a:rPr lang="en-US" altLang="en-US" sz="2000">
                <a:hlinkClick r:id="rId2"/>
              </a:rPr>
              <a:t>http://cs.gmu.edu/%7Ekosecka/cs682/handouts.html</a:t>
            </a: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Yi Ma, Stefano Soatto, Jana Kosecka, S. Shankar Sastry, "</a:t>
            </a:r>
            <a:r>
              <a:rPr lang="en-US" altLang="en-US" sz="2000">
                <a:hlinkClick r:id="rId3"/>
              </a:rPr>
              <a:t>An Invitation to 3-D Vision</a:t>
            </a:r>
            <a:r>
              <a:rPr lang="en-US" altLang="en-US" sz="2000"/>
              <a:t>," Hardcover: 526 pages ; Publisher: Springer-Verlag; (November 14, 2003) ISBN: 0387008934 </a:t>
            </a:r>
          </a:p>
          <a:p>
            <a:pPr lvl="1">
              <a:lnSpc>
                <a:spcPct val="90000"/>
              </a:lnSpc>
            </a:pPr>
            <a:r>
              <a:rPr lang="en-US" altLang="en-US" sz="1600"/>
              <a:t>Chapters 2, 3, and 5 can be downloaded at </a:t>
            </a:r>
            <a:r>
              <a:rPr lang="en-US" altLang="en-US" sz="1800"/>
              <a:t>http://vision.ucla.edu//MASKS/chapters.html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David A. Forsyth, Jean Ponce, "Computer Vision: A Modern Approach," Prentice Hall; 1st edition (August 14, 2002), ISBN: 0130851981.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Richard Hartley, Andrew Zisserman, "</a:t>
            </a:r>
            <a:r>
              <a:rPr lang="en-US" altLang="en-US" sz="2000">
                <a:hlinkClick r:id="rId4"/>
              </a:rPr>
              <a:t>Multiple View Geometry in Computer Vision</a:t>
            </a:r>
            <a:r>
              <a:rPr lang="en-US" altLang="en-US" sz="2000"/>
              <a:t>," Paperback: 672 pages ; Publisher: Cambridge University Press; 2 edition (March 25, 2004) ISBN: 0521540518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1">
  <a:themeElements>
    <a:clrScheme name="custom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custom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custom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18925</TotalTime>
  <Words>752</Words>
  <Application>Microsoft Office PowerPoint</Application>
  <PresentationFormat>On-screen Show (4:3)</PresentationFormat>
  <Paragraphs>130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Lucida Sans Unicode</vt:lpstr>
      <vt:lpstr>Times New Roman</vt:lpstr>
      <vt:lpstr>Wingdings</vt:lpstr>
      <vt:lpstr>custom1</vt:lpstr>
      <vt:lpstr> CS 5187: Vision and Image Lecture 1-1 Introduction</vt:lpstr>
      <vt:lpstr>Outline</vt:lpstr>
      <vt:lpstr>Typical Computer Vision Problems</vt:lpstr>
      <vt:lpstr>PowerPoint Presentation</vt:lpstr>
      <vt:lpstr>PowerPoint Presentation</vt:lpstr>
      <vt:lpstr>PowerPoint Presentation</vt:lpstr>
      <vt:lpstr>PowerPoint Presentation</vt:lpstr>
      <vt:lpstr>Reconstruction from Multiple Views</vt:lpstr>
      <vt:lpstr>Structure from Motion</vt:lpstr>
      <vt:lpstr>Applications of Computer Vision Techniques (1)</vt:lpstr>
      <vt:lpstr>Applications of Computer Vision Techniques (2)</vt:lpstr>
      <vt:lpstr>Applications of Computer Vision Techniques (3)</vt:lpstr>
      <vt:lpstr>Virtual &amp; Augmented Reality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Current state of the art</vt:lpstr>
      <vt:lpstr>Why is computer vision difficult?</vt:lpstr>
      <vt:lpstr>Why is computer vision difficult?</vt:lpstr>
      <vt:lpstr>Scope</vt:lpstr>
      <vt:lpstr>Outline</vt:lpstr>
      <vt:lpstr>Grading</vt:lpstr>
      <vt:lpstr>Course Textbook</vt:lpstr>
      <vt:lpstr>Recommended Reading</vt:lpstr>
    </vt:vector>
  </TitlesOfParts>
  <Company>Polytechnic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Yao Wang</dc:creator>
  <cp:lastModifiedBy>Prof. WU Dapeng</cp:lastModifiedBy>
  <cp:revision>74</cp:revision>
  <dcterms:created xsi:type="dcterms:W3CDTF">2002-01-28T04:58:06Z</dcterms:created>
  <dcterms:modified xsi:type="dcterms:W3CDTF">2026-08-24T10:19:14Z</dcterms:modified>
</cp:coreProperties>
</file>