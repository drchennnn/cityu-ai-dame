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tags/tag1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7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310" r:id="rId2"/>
    <p:sldId id="295" r:id="rId3"/>
    <p:sldId id="259" r:id="rId4"/>
    <p:sldId id="260" r:id="rId5"/>
    <p:sldId id="261" r:id="rId6"/>
    <p:sldId id="262" r:id="rId7"/>
    <p:sldId id="300" r:id="rId8"/>
    <p:sldId id="301" r:id="rId9"/>
    <p:sldId id="263" r:id="rId10"/>
    <p:sldId id="265" r:id="rId11"/>
    <p:sldId id="266" r:id="rId12"/>
    <p:sldId id="267" r:id="rId13"/>
    <p:sldId id="269" r:id="rId14"/>
    <p:sldId id="264" r:id="rId15"/>
    <p:sldId id="303" r:id="rId16"/>
    <p:sldId id="304" r:id="rId17"/>
    <p:sldId id="305" r:id="rId18"/>
    <p:sldId id="306" r:id="rId19"/>
    <p:sldId id="307" r:id="rId20"/>
    <p:sldId id="308" r:id="rId21"/>
    <p:sldId id="271" r:id="rId22"/>
    <p:sldId id="272" r:id="rId23"/>
    <p:sldId id="273" r:id="rId24"/>
    <p:sldId id="274" r:id="rId25"/>
    <p:sldId id="275" r:id="rId26"/>
    <p:sldId id="280" r:id="rId27"/>
    <p:sldId id="299" r:id="rId28"/>
    <p:sldId id="282" r:id="rId29"/>
    <p:sldId id="283" r:id="rId30"/>
    <p:sldId id="276" r:id="rId31"/>
    <p:sldId id="302" r:id="rId32"/>
    <p:sldId id="309" r:id="rId3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13" autoAdjust="0"/>
    <p:restoredTop sz="93945" autoAdjust="0"/>
  </p:normalViewPr>
  <p:slideViewPr>
    <p:cSldViewPr>
      <p:cViewPr varScale="1">
        <p:scale>
          <a:sx n="66" d="100"/>
          <a:sy n="66" d="100"/>
        </p:scale>
        <p:origin x="1186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. WU Dapeng" userId="766581d8-4b49-4c74-b70d-570e2257b99b" providerId="ADAL" clId="{1C6D8607-3185-4DA0-8E1F-3B53A56BBC22}"/>
    <pc:docChg chg="undo redo custSel addSld delSld modSld">
      <pc:chgData name="Prof. WU Dapeng" userId="766581d8-4b49-4c74-b70d-570e2257b99b" providerId="ADAL" clId="{1C6D8607-3185-4DA0-8E1F-3B53A56BBC22}" dt="2023-01-10T08:28:27.663" v="225" actId="20577"/>
      <pc:docMkLst>
        <pc:docMk/>
      </pc:docMkLst>
      <pc:sldChg chg="modSp del mod">
        <pc:chgData name="Prof. WU Dapeng" userId="766581d8-4b49-4c74-b70d-570e2257b99b" providerId="ADAL" clId="{1C6D8607-3185-4DA0-8E1F-3B53A56BBC22}" dt="2023-01-06T10:23:43.059" v="8" actId="47"/>
        <pc:sldMkLst>
          <pc:docMk/>
          <pc:sldMk cId="0" sldId="256"/>
        </pc:sldMkLst>
        <pc:spChg chg="mod">
          <ac:chgData name="Prof. WU Dapeng" userId="766581d8-4b49-4c74-b70d-570e2257b99b" providerId="ADAL" clId="{1C6D8607-3185-4DA0-8E1F-3B53A56BBC22}" dt="2023-01-06T10:23:00.594" v="2" actId="21"/>
          <ac:spMkLst>
            <pc:docMk/>
            <pc:sldMk cId="0" sldId="256"/>
            <ac:spMk id="9" creationId="{00000000-0000-0000-0000-000000000000}"/>
          </ac:spMkLst>
        </pc:spChg>
      </pc:sldChg>
      <pc:sldChg chg="modSp">
        <pc:chgData name="Prof. WU Dapeng" userId="766581d8-4b49-4c74-b70d-570e2257b99b" providerId="ADAL" clId="{1C6D8607-3185-4DA0-8E1F-3B53A56BBC22}" dt="2023-01-08T13:12:34.748" v="20" actId="20577"/>
        <pc:sldMkLst>
          <pc:docMk/>
          <pc:sldMk cId="0" sldId="260"/>
        </pc:sldMkLst>
        <pc:spChg chg="mod">
          <ac:chgData name="Prof. WU Dapeng" userId="766581d8-4b49-4c74-b70d-570e2257b99b" providerId="ADAL" clId="{1C6D8607-3185-4DA0-8E1F-3B53A56BBC22}" dt="2023-01-08T13:12:34.748" v="20" actId="20577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Prof. WU Dapeng" userId="766581d8-4b49-4c74-b70d-570e2257b99b" providerId="ADAL" clId="{1C6D8607-3185-4DA0-8E1F-3B53A56BBC22}" dt="2023-01-08T13:15:54.811" v="25" actId="1036"/>
        <pc:sldMkLst>
          <pc:docMk/>
          <pc:sldMk cId="0" sldId="261"/>
        </pc:sldMkLst>
        <pc:spChg chg="mod">
          <ac:chgData name="Prof. WU Dapeng" userId="766581d8-4b49-4c74-b70d-570e2257b99b" providerId="ADAL" clId="{1C6D8607-3185-4DA0-8E1F-3B53A56BBC22}" dt="2023-01-08T13:15:28.402" v="21" actId="1076"/>
          <ac:spMkLst>
            <pc:docMk/>
            <pc:sldMk cId="0" sldId="261"/>
            <ac:spMk id="3" creationId="{00000000-0000-0000-0000-000000000000}"/>
          </ac:spMkLst>
        </pc:spChg>
        <pc:grpChg chg="mod">
          <ac:chgData name="Prof. WU Dapeng" userId="766581d8-4b49-4c74-b70d-570e2257b99b" providerId="ADAL" clId="{1C6D8607-3185-4DA0-8E1F-3B53A56BBC22}" dt="2023-01-08T13:15:54.811" v="25" actId="1036"/>
          <ac:grpSpMkLst>
            <pc:docMk/>
            <pc:sldMk cId="0" sldId="261"/>
            <ac:grpSpMk id="26" creationId="{00000000-0000-0000-0000-000000000000}"/>
          </ac:grpSpMkLst>
        </pc:grpChg>
        <pc:picChg chg="mod">
          <ac:chgData name="Prof. WU Dapeng" userId="766581d8-4b49-4c74-b70d-570e2257b99b" providerId="ADAL" clId="{1C6D8607-3185-4DA0-8E1F-3B53A56BBC22}" dt="2023-01-08T13:15:54.811" v="25" actId="1036"/>
          <ac:picMkLst>
            <pc:docMk/>
            <pc:sldMk cId="0" sldId="261"/>
            <ac:picMk id="6" creationId="{00000000-0000-0000-0000-000000000000}"/>
          </ac:picMkLst>
        </pc:picChg>
        <pc:picChg chg="mod">
          <ac:chgData name="Prof. WU Dapeng" userId="766581d8-4b49-4c74-b70d-570e2257b99b" providerId="ADAL" clId="{1C6D8607-3185-4DA0-8E1F-3B53A56BBC22}" dt="2023-01-08T13:15:54.811" v="25" actId="1036"/>
          <ac:picMkLst>
            <pc:docMk/>
            <pc:sldMk cId="0" sldId="261"/>
            <ac:picMk id="18435" creationId="{00000000-0000-0000-0000-000000000000}"/>
          </ac:picMkLst>
        </pc:picChg>
      </pc:sldChg>
      <pc:sldChg chg="modSp">
        <pc:chgData name="Prof. WU Dapeng" userId="766581d8-4b49-4c74-b70d-570e2257b99b" providerId="ADAL" clId="{1C6D8607-3185-4DA0-8E1F-3B53A56BBC22}" dt="2023-01-08T13:17:35.937" v="27" actId="1076"/>
        <pc:sldMkLst>
          <pc:docMk/>
          <pc:sldMk cId="0" sldId="262"/>
        </pc:sldMkLst>
        <pc:spChg chg="mod">
          <ac:chgData name="Prof. WU Dapeng" userId="766581d8-4b49-4c74-b70d-570e2257b99b" providerId="ADAL" clId="{1C6D8607-3185-4DA0-8E1F-3B53A56BBC22}" dt="2023-01-08T13:17:35.937" v="27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Prof. WU Dapeng" userId="766581d8-4b49-4c74-b70d-570e2257b99b" providerId="ADAL" clId="{1C6D8607-3185-4DA0-8E1F-3B53A56BBC22}" dt="2023-01-08T13:22:41.954" v="96" actId="1076"/>
        <pc:sldMkLst>
          <pc:docMk/>
          <pc:sldMk cId="0" sldId="263"/>
        </pc:sldMkLst>
        <pc:spChg chg="mod">
          <ac:chgData name="Prof. WU Dapeng" userId="766581d8-4b49-4c74-b70d-570e2257b99b" providerId="ADAL" clId="{1C6D8607-3185-4DA0-8E1F-3B53A56BBC22}" dt="2023-01-08T13:22:41.954" v="96" actId="1076"/>
          <ac:spMkLst>
            <pc:docMk/>
            <pc:sldMk cId="0" sldId="263"/>
            <ac:spMk id="1031" creationId="{00000000-0000-0000-0000-000000000000}"/>
          </ac:spMkLst>
        </pc:spChg>
        <pc:picChg chg="mod">
          <ac:chgData name="Prof. WU Dapeng" userId="766581d8-4b49-4c74-b70d-570e2257b99b" providerId="ADAL" clId="{1C6D8607-3185-4DA0-8E1F-3B53A56BBC22}" dt="2023-01-08T13:22:34.241" v="95" actId="1076"/>
          <ac:picMkLst>
            <pc:docMk/>
            <pc:sldMk cId="0" sldId="263"/>
            <ac:picMk id="1020932" creationId="{00000000-0000-0000-0000-000000000000}"/>
          </ac:picMkLst>
        </pc:picChg>
        <pc:picChg chg="mod">
          <ac:chgData name="Prof. WU Dapeng" userId="766581d8-4b49-4c74-b70d-570e2257b99b" providerId="ADAL" clId="{1C6D8607-3185-4DA0-8E1F-3B53A56BBC22}" dt="2023-01-08T13:22:31.370" v="94" actId="1076"/>
          <ac:picMkLst>
            <pc:docMk/>
            <pc:sldMk cId="0" sldId="263"/>
            <ac:picMk id="1020933" creationId="{00000000-0000-0000-0000-000000000000}"/>
          </ac:picMkLst>
        </pc:picChg>
      </pc:sldChg>
      <pc:sldChg chg="addSp modSp mod">
        <pc:chgData name="Prof. WU Dapeng" userId="766581d8-4b49-4c74-b70d-570e2257b99b" providerId="ADAL" clId="{1C6D8607-3185-4DA0-8E1F-3B53A56BBC22}" dt="2023-01-08T13:42:18.862" v="150" actId="1076"/>
        <pc:sldMkLst>
          <pc:docMk/>
          <pc:sldMk cId="0" sldId="264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0" sldId="264"/>
            <ac:spMk id="2" creationId="{00000000-0000-0000-0000-000000000000}"/>
          </ac:spMkLst>
        </pc:spChg>
        <pc:spChg chg="add mod">
          <ac:chgData name="Prof. WU Dapeng" userId="766581d8-4b49-4c74-b70d-570e2257b99b" providerId="ADAL" clId="{1C6D8607-3185-4DA0-8E1F-3B53A56BBC22}" dt="2023-01-08T13:42:18.862" v="150" actId="1076"/>
          <ac:spMkLst>
            <pc:docMk/>
            <pc:sldMk cId="0" sldId="264"/>
            <ac:spMk id="3" creationId="{CF31C39F-F913-A8ED-FA8F-8710A9DD415F}"/>
          </ac:spMkLst>
        </pc:spChg>
      </pc:sldChg>
      <pc:sldChg chg="delSp modSp mod">
        <pc:chgData name="Prof. WU Dapeng" userId="766581d8-4b49-4c74-b70d-570e2257b99b" providerId="ADAL" clId="{1C6D8607-3185-4DA0-8E1F-3B53A56BBC22}" dt="2023-01-08T13:25:53.304" v="101" actId="478"/>
        <pc:sldMkLst>
          <pc:docMk/>
          <pc:sldMk cId="0" sldId="265"/>
        </pc:sldMkLst>
        <pc:spChg chg="del">
          <ac:chgData name="Prof. WU Dapeng" userId="766581d8-4b49-4c74-b70d-570e2257b99b" providerId="ADAL" clId="{1C6D8607-3185-4DA0-8E1F-3B53A56BBC22}" dt="2023-01-08T13:25:53.304" v="101" actId="478"/>
          <ac:spMkLst>
            <pc:docMk/>
            <pc:sldMk cId="0" sldId="265"/>
            <ac:spMk id="43" creationId="{00000000-0000-0000-0000-000000000000}"/>
          </ac:spMkLst>
        </pc:spChg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0" sldId="265"/>
            <ac:spMk id="33794" creationId="{00000000-0000-0000-0000-000000000000}"/>
          </ac:spMkLst>
        </pc:spChg>
        <pc:spChg chg="mod">
          <ac:chgData name="Prof. WU Dapeng" userId="766581d8-4b49-4c74-b70d-570e2257b99b" providerId="ADAL" clId="{1C6D8607-3185-4DA0-8E1F-3B53A56BBC22}" dt="2023-01-08T13:23:16.566" v="97" actId="1076"/>
          <ac:spMkLst>
            <pc:docMk/>
            <pc:sldMk cId="0" sldId="265"/>
            <ac:spMk id="33795" creationId="{00000000-0000-0000-0000-000000000000}"/>
          </ac:spMkLst>
        </pc:spChg>
        <pc:spChg chg="mod">
          <ac:chgData name="Prof. WU Dapeng" userId="766581d8-4b49-4c74-b70d-570e2257b99b" providerId="ADAL" clId="{1C6D8607-3185-4DA0-8E1F-3B53A56BBC22}" dt="2023-01-08T13:25:11.848" v="100" actId="692"/>
          <ac:spMkLst>
            <pc:docMk/>
            <pc:sldMk cId="0" sldId="265"/>
            <ac:spMk id="33801" creationId="{00000000-0000-0000-0000-000000000000}"/>
          </ac:spMkLst>
        </pc:spChg>
        <pc:spChg chg="mod">
          <ac:chgData name="Prof. WU Dapeng" userId="766581d8-4b49-4c74-b70d-570e2257b99b" providerId="ADAL" clId="{1C6D8607-3185-4DA0-8E1F-3B53A56BBC22}" dt="2023-01-08T13:24:39.718" v="99" actId="207"/>
          <ac:spMkLst>
            <pc:docMk/>
            <pc:sldMk cId="0" sldId="265"/>
            <ac:spMk id="33802" creationId="{00000000-0000-0000-0000-000000000000}"/>
          </ac:spMkLst>
        </pc:spChg>
      </pc:sldChg>
      <pc:sldChg chg="modSp">
        <pc:chgData name="Prof. WU Dapeng" userId="766581d8-4b49-4c74-b70d-570e2257b99b" providerId="ADAL" clId="{1C6D8607-3185-4DA0-8E1F-3B53A56BBC22}" dt="2023-01-06T10:24:40.182" v="11"/>
        <pc:sldMkLst>
          <pc:docMk/>
          <pc:sldMk cId="0" sldId="266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0" sldId="266"/>
            <ac:spMk id="34818" creationId="{00000000-0000-0000-0000-000000000000}"/>
          </ac:spMkLst>
        </pc:spChg>
      </pc:sldChg>
      <pc:sldChg chg="addSp delSp modSp mod addAnim delAnim">
        <pc:chgData name="Prof. WU Dapeng" userId="766581d8-4b49-4c74-b70d-570e2257b99b" providerId="ADAL" clId="{1C6D8607-3185-4DA0-8E1F-3B53A56BBC22}" dt="2023-01-08T13:34:58.187" v="122" actId="1035"/>
        <pc:sldMkLst>
          <pc:docMk/>
          <pc:sldMk cId="0" sldId="267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0" sldId="267"/>
            <ac:spMk id="2" creationId="{00000000-0000-0000-0000-000000000000}"/>
          </ac:spMkLst>
        </pc:spChg>
        <pc:spChg chg="add del mod">
          <ac:chgData name="Prof. WU Dapeng" userId="766581d8-4b49-4c74-b70d-570e2257b99b" providerId="ADAL" clId="{1C6D8607-3185-4DA0-8E1F-3B53A56BBC22}" dt="2023-01-08T13:34:42.912" v="118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Prof. WU Dapeng" userId="766581d8-4b49-4c74-b70d-570e2257b99b" providerId="ADAL" clId="{1C6D8607-3185-4DA0-8E1F-3B53A56BBC22}" dt="2023-01-08T13:32:46.425" v="113" actId="1076"/>
          <ac:spMkLst>
            <pc:docMk/>
            <pc:sldMk cId="0" sldId="267"/>
            <ac:spMk id="8" creationId="{00000000-0000-0000-0000-000000000000}"/>
          </ac:spMkLst>
        </pc:spChg>
        <pc:picChg chg="mod">
          <ac:chgData name="Prof. WU Dapeng" userId="766581d8-4b49-4c74-b70d-570e2257b99b" providerId="ADAL" clId="{1C6D8607-3185-4DA0-8E1F-3B53A56BBC22}" dt="2023-01-08T13:34:51.211" v="120" actId="1076"/>
          <ac:picMkLst>
            <pc:docMk/>
            <pc:sldMk cId="0" sldId="267"/>
            <ac:picMk id="40961" creationId="{00000000-0000-0000-0000-000000000000}"/>
          </ac:picMkLst>
        </pc:picChg>
        <pc:picChg chg="mod">
          <ac:chgData name="Prof. WU Dapeng" userId="766581d8-4b49-4c74-b70d-570e2257b99b" providerId="ADAL" clId="{1C6D8607-3185-4DA0-8E1F-3B53A56BBC22}" dt="2023-01-08T13:34:58.187" v="122" actId="1035"/>
          <ac:picMkLst>
            <pc:docMk/>
            <pc:sldMk cId="0" sldId="267"/>
            <ac:picMk id="40962" creationId="{00000000-0000-0000-0000-000000000000}"/>
          </ac:picMkLst>
        </pc:picChg>
        <pc:picChg chg="mod">
          <ac:chgData name="Prof. WU Dapeng" userId="766581d8-4b49-4c74-b70d-570e2257b99b" providerId="ADAL" clId="{1C6D8607-3185-4DA0-8E1F-3B53A56BBC22}" dt="2023-01-08T13:34:46.552" v="119" actId="1076"/>
          <ac:picMkLst>
            <pc:docMk/>
            <pc:sldMk cId="0" sldId="267"/>
            <ac:picMk id="40963" creationId="{00000000-0000-0000-0000-000000000000}"/>
          </ac:picMkLst>
        </pc:picChg>
      </pc:sldChg>
      <pc:sldChg chg="modSp mod">
        <pc:chgData name="Prof. WU Dapeng" userId="766581d8-4b49-4c74-b70d-570e2257b99b" providerId="ADAL" clId="{1C6D8607-3185-4DA0-8E1F-3B53A56BBC22}" dt="2023-01-08T13:37:36.579" v="124" actId="20577"/>
        <pc:sldMkLst>
          <pc:docMk/>
          <pc:sldMk cId="0" sldId="269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0" sldId="269"/>
            <ac:spMk id="2" creationId="{00000000-0000-0000-0000-000000000000}"/>
          </ac:spMkLst>
        </pc:spChg>
        <pc:spChg chg="mod">
          <ac:chgData name="Prof. WU Dapeng" userId="766581d8-4b49-4c74-b70d-570e2257b99b" providerId="ADAL" clId="{1C6D8607-3185-4DA0-8E1F-3B53A56BBC22}" dt="2023-01-08T13:37:36.579" v="124" actId="20577"/>
          <ac:spMkLst>
            <pc:docMk/>
            <pc:sldMk cId="0" sldId="269"/>
            <ac:spMk id="3" creationId="{00000000-0000-0000-0000-000000000000}"/>
          </ac:spMkLst>
        </pc:spChg>
      </pc:sldChg>
      <pc:sldChg chg="modSp">
        <pc:chgData name="Prof. WU Dapeng" userId="766581d8-4b49-4c74-b70d-570e2257b99b" providerId="ADAL" clId="{1C6D8607-3185-4DA0-8E1F-3B53A56BBC22}" dt="2023-01-06T10:24:40.182" v="11"/>
        <pc:sldMkLst>
          <pc:docMk/>
          <pc:sldMk cId="0" sldId="271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0" sldId="271"/>
            <ac:spMk id="18434" creationId="{00000000-0000-0000-0000-000000000000}"/>
          </ac:spMkLst>
        </pc:spChg>
      </pc:sldChg>
      <pc:sldChg chg="modSp">
        <pc:chgData name="Prof. WU Dapeng" userId="766581d8-4b49-4c74-b70d-570e2257b99b" providerId="ADAL" clId="{1C6D8607-3185-4DA0-8E1F-3B53A56BBC22}" dt="2023-01-06T10:24:40.182" v="11"/>
        <pc:sldMkLst>
          <pc:docMk/>
          <pc:sldMk cId="0" sldId="272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0" sldId="272"/>
            <ac:spMk id="20482" creationId="{00000000-0000-0000-0000-000000000000}"/>
          </ac:spMkLst>
        </pc:spChg>
      </pc:sldChg>
      <pc:sldChg chg="modSp">
        <pc:chgData name="Prof. WU Dapeng" userId="766581d8-4b49-4c74-b70d-570e2257b99b" providerId="ADAL" clId="{1C6D8607-3185-4DA0-8E1F-3B53A56BBC22}" dt="2023-01-06T10:24:40.182" v="11"/>
        <pc:sldMkLst>
          <pc:docMk/>
          <pc:sldMk cId="0" sldId="273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0" sldId="273"/>
            <ac:spMk id="22530" creationId="{00000000-0000-0000-0000-000000000000}"/>
          </ac:spMkLst>
        </pc:spChg>
      </pc:sldChg>
      <pc:sldChg chg="modSp">
        <pc:chgData name="Prof. WU Dapeng" userId="766581d8-4b49-4c74-b70d-570e2257b99b" providerId="ADAL" clId="{1C6D8607-3185-4DA0-8E1F-3B53A56BBC22}" dt="2023-01-06T10:24:40.182" v="11"/>
        <pc:sldMkLst>
          <pc:docMk/>
          <pc:sldMk cId="0" sldId="274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0" sldId="274"/>
            <ac:spMk id="24578" creationId="{00000000-0000-0000-0000-000000000000}"/>
          </ac:spMkLst>
        </pc:spChg>
      </pc:sldChg>
      <pc:sldChg chg="modSp">
        <pc:chgData name="Prof. WU Dapeng" userId="766581d8-4b49-4c74-b70d-570e2257b99b" providerId="ADAL" clId="{1C6D8607-3185-4DA0-8E1F-3B53A56BBC22}" dt="2023-01-06T10:24:40.182" v="11"/>
        <pc:sldMkLst>
          <pc:docMk/>
          <pc:sldMk cId="0" sldId="275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0" sldId="275"/>
            <ac:spMk id="25603" creationId="{00000000-0000-0000-0000-000000000000}"/>
          </ac:spMkLst>
        </pc:spChg>
      </pc:sldChg>
      <pc:sldChg chg="modSp mod">
        <pc:chgData name="Prof. WU Dapeng" userId="766581d8-4b49-4c74-b70d-570e2257b99b" providerId="ADAL" clId="{1C6D8607-3185-4DA0-8E1F-3B53A56BBC22}" dt="2023-01-08T14:23:37.094" v="216" actId="20577"/>
        <pc:sldMkLst>
          <pc:docMk/>
          <pc:sldMk cId="0" sldId="276"/>
        </pc:sldMkLst>
        <pc:spChg chg="mod">
          <ac:chgData name="Prof. WU Dapeng" userId="766581d8-4b49-4c74-b70d-570e2257b99b" providerId="ADAL" clId="{1C6D8607-3185-4DA0-8E1F-3B53A56BBC22}" dt="2023-01-08T14:22:08.150" v="179" actId="14100"/>
          <ac:spMkLst>
            <pc:docMk/>
            <pc:sldMk cId="0" sldId="276"/>
            <ac:spMk id="41986" creationId="{00000000-0000-0000-0000-000000000000}"/>
          </ac:spMkLst>
        </pc:spChg>
        <pc:spChg chg="mod">
          <ac:chgData name="Prof. WU Dapeng" userId="766581d8-4b49-4c74-b70d-570e2257b99b" providerId="ADAL" clId="{1C6D8607-3185-4DA0-8E1F-3B53A56BBC22}" dt="2023-01-08T14:23:37.094" v="216" actId="20577"/>
          <ac:spMkLst>
            <pc:docMk/>
            <pc:sldMk cId="0" sldId="276"/>
            <ac:spMk id="41987" creationId="{00000000-0000-0000-0000-000000000000}"/>
          </ac:spMkLst>
        </pc:spChg>
      </pc:sldChg>
      <pc:sldChg chg="modSp mod">
        <pc:chgData name="Prof. WU Dapeng" userId="766581d8-4b49-4c74-b70d-570e2257b99b" providerId="ADAL" clId="{1C6D8607-3185-4DA0-8E1F-3B53A56BBC22}" dt="2023-01-08T14:16:55.335" v="152" actId="1076"/>
        <pc:sldMkLst>
          <pc:docMk/>
          <pc:sldMk cId="0" sldId="280"/>
        </pc:sldMkLst>
        <pc:spChg chg="mod">
          <ac:chgData name="Prof. WU Dapeng" userId="766581d8-4b49-4c74-b70d-570e2257b99b" providerId="ADAL" clId="{1C6D8607-3185-4DA0-8E1F-3B53A56BBC22}" dt="2023-01-06T10:24:40.276" v="14" actId="27636"/>
          <ac:spMkLst>
            <pc:docMk/>
            <pc:sldMk cId="0" sldId="280"/>
            <ac:spMk id="28674" creationId="{00000000-0000-0000-0000-000000000000}"/>
          </ac:spMkLst>
        </pc:spChg>
        <pc:picChg chg="mod">
          <ac:chgData name="Prof. WU Dapeng" userId="766581d8-4b49-4c74-b70d-570e2257b99b" providerId="ADAL" clId="{1C6D8607-3185-4DA0-8E1F-3B53A56BBC22}" dt="2023-01-08T14:16:55.335" v="152" actId="1076"/>
          <ac:picMkLst>
            <pc:docMk/>
            <pc:sldMk cId="0" sldId="280"/>
            <ac:picMk id="28678" creationId="{00000000-0000-0000-0000-000000000000}"/>
          </ac:picMkLst>
        </pc:picChg>
      </pc:sldChg>
      <pc:sldChg chg="modSp mod">
        <pc:chgData name="Prof. WU Dapeng" userId="766581d8-4b49-4c74-b70d-570e2257b99b" providerId="ADAL" clId="{1C6D8607-3185-4DA0-8E1F-3B53A56BBC22}" dt="2023-01-06T10:24:40.280" v="15" actId="27636"/>
        <pc:sldMkLst>
          <pc:docMk/>
          <pc:sldMk cId="0" sldId="281"/>
        </pc:sldMkLst>
        <pc:spChg chg="mod">
          <ac:chgData name="Prof. WU Dapeng" userId="766581d8-4b49-4c74-b70d-570e2257b99b" providerId="ADAL" clId="{1C6D8607-3185-4DA0-8E1F-3B53A56BBC22}" dt="2023-01-06T10:24:40.280" v="15" actId="27636"/>
          <ac:spMkLst>
            <pc:docMk/>
            <pc:sldMk cId="0" sldId="281"/>
            <ac:spMk id="28674" creationId="{00000000-0000-0000-0000-000000000000}"/>
          </ac:spMkLst>
        </pc:spChg>
      </pc:sldChg>
      <pc:sldChg chg="modSp mod">
        <pc:chgData name="Prof. WU Dapeng" userId="766581d8-4b49-4c74-b70d-570e2257b99b" providerId="ADAL" clId="{1C6D8607-3185-4DA0-8E1F-3B53A56BBC22}" dt="2023-01-08T14:20:18.089" v="177" actId="20577"/>
        <pc:sldMkLst>
          <pc:docMk/>
          <pc:sldMk cId="0" sldId="282"/>
        </pc:sldMkLst>
        <pc:spChg chg="mod">
          <ac:chgData name="Prof. WU Dapeng" userId="766581d8-4b49-4c74-b70d-570e2257b99b" providerId="ADAL" clId="{1C6D8607-3185-4DA0-8E1F-3B53A56BBC22}" dt="2023-01-08T14:20:18.089" v="177" actId="20577"/>
          <ac:spMkLst>
            <pc:docMk/>
            <pc:sldMk cId="0" sldId="282"/>
            <ac:spMk id="2" creationId="{00000000-0000-0000-0000-000000000000}"/>
          </ac:spMkLst>
        </pc:spChg>
        <pc:spChg chg="mod">
          <ac:chgData name="Prof. WU Dapeng" userId="766581d8-4b49-4c74-b70d-570e2257b99b" providerId="ADAL" clId="{1C6D8607-3185-4DA0-8E1F-3B53A56BBC22}" dt="2023-01-08T14:19:30.592" v="162" actId="14100"/>
          <ac:spMkLst>
            <pc:docMk/>
            <pc:sldMk cId="0" sldId="282"/>
            <ac:spMk id="3075" creationId="{00000000-0000-0000-0000-000000000000}"/>
          </ac:spMkLst>
        </pc:spChg>
        <pc:graphicFrameChg chg="mod">
          <ac:chgData name="Prof. WU Dapeng" userId="766581d8-4b49-4c74-b70d-570e2257b99b" providerId="ADAL" clId="{1C6D8607-3185-4DA0-8E1F-3B53A56BBC22}" dt="2023-01-08T14:19:52.654" v="165" actId="1076"/>
          <ac:graphicFrameMkLst>
            <pc:docMk/>
            <pc:sldMk cId="0" sldId="282"/>
            <ac:graphicFrameMk id="3074" creationId="{00000000-0000-0000-0000-000000000000}"/>
          </ac:graphicFrameMkLst>
        </pc:graphicFrameChg>
      </pc:sldChg>
      <pc:sldChg chg="modSp">
        <pc:chgData name="Prof. WU Dapeng" userId="766581d8-4b49-4c74-b70d-570e2257b99b" providerId="ADAL" clId="{1C6D8607-3185-4DA0-8E1F-3B53A56BBC22}" dt="2023-01-08T14:21:08.219" v="178" actId="1076"/>
        <pc:sldMkLst>
          <pc:docMk/>
          <pc:sldMk cId="0" sldId="283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0" sldId="283"/>
            <ac:spMk id="32770" creationId="{00000000-0000-0000-0000-000000000000}"/>
          </ac:spMkLst>
        </pc:spChg>
        <pc:spChg chg="mod">
          <ac:chgData name="Prof. WU Dapeng" userId="766581d8-4b49-4c74-b70d-570e2257b99b" providerId="ADAL" clId="{1C6D8607-3185-4DA0-8E1F-3B53A56BBC22}" dt="2023-01-08T14:21:08.219" v="178" actId="1076"/>
          <ac:spMkLst>
            <pc:docMk/>
            <pc:sldMk cId="0" sldId="283"/>
            <ac:spMk id="1035267" creationId="{00000000-0000-0000-0000-000000000000}"/>
          </ac:spMkLst>
        </pc:spChg>
      </pc:sldChg>
      <pc:sldChg chg="modSp">
        <pc:chgData name="Prof. WU Dapeng" userId="766581d8-4b49-4c74-b70d-570e2257b99b" providerId="ADAL" clId="{1C6D8607-3185-4DA0-8E1F-3B53A56BBC22}" dt="2023-01-06T10:24:40.182" v="11"/>
        <pc:sldMkLst>
          <pc:docMk/>
          <pc:sldMk cId="0" sldId="295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0" sldId="295"/>
            <ac:spMk id="2" creationId="{00000000-0000-0000-0000-000000000000}"/>
          </ac:spMkLst>
        </pc:spChg>
      </pc:sldChg>
      <pc:sldChg chg="modSp mod">
        <pc:chgData name="Prof. WU Dapeng" userId="766581d8-4b49-4c74-b70d-570e2257b99b" providerId="ADAL" clId="{1C6D8607-3185-4DA0-8E1F-3B53A56BBC22}" dt="2023-01-08T14:19:27.937" v="161" actId="1035"/>
        <pc:sldMkLst>
          <pc:docMk/>
          <pc:sldMk cId="3484110884" sldId="299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3484110884" sldId="299"/>
            <ac:spMk id="2" creationId="{00000000-0000-0000-0000-000000000000}"/>
          </ac:spMkLst>
        </pc:spChg>
        <pc:picChg chg="mod">
          <ac:chgData name="Prof. WU Dapeng" userId="766581d8-4b49-4c74-b70d-570e2257b99b" providerId="ADAL" clId="{1C6D8607-3185-4DA0-8E1F-3B53A56BBC22}" dt="2023-01-08T14:19:27.937" v="161" actId="1035"/>
          <ac:picMkLst>
            <pc:docMk/>
            <pc:sldMk cId="3484110884" sldId="299"/>
            <ac:picMk id="30" creationId="{00000000-0000-0000-0000-000000000000}"/>
          </ac:picMkLst>
        </pc:picChg>
      </pc:sldChg>
      <pc:sldChg chg="modSp mod">
        <pc:chgData name="Prof. WU Dapeng" userId="766581d8-4b49-4c74-b70d-570e2257b99b" providerId="ADAL" clId="{1C6D8607-3185-4DA0-8E1F-3B53A56BBC22}" dt="2023-01-08T13:20:06.898" v="91" actId="20577"/>
        <pc:sldMkLst>
          <pc:docMk/>
          <pc:sldMk cId="783684911" sldId="300"/>
        </pc:sldMkLst>
        <pc:spChg chg="mod">
          <ac:chgData name="Prof. WU Dapeng" userId="766581d8-4b49-4c74-b70d-570e2257b99b" providerId="ADAL" clId="{1C6D8607-3185-4DA0-8E1F-3B53A56BBC22}" dt="2023-01-08T13:20:06.898" v="91" actId="20577"/>
          <ac:spMkLst>
            <pc:docMk/>
            <pc:sldMk cId="783684911" sldId="300"/>
            <ac:spMk id="3" creationId="{00000000-0000-0000-0000-000000000000}"/>
          </ac:spMkLst>
        </pc:spChg>
      </pc:sldChg>
      <pc:sldChg chg="modSp">
        <pc:chgData name="Prof. WU Dapeng" userId="766581d8-4b49-4c74-b70d-570e2257b99b" providerId="ADAL" clId="{1C6D8607-3185-4DA0-8E1F-3B53A56BBC22}" dt="2023-01-08T13:21:09.996" v="92" actId="1076"/>
        <pc:sldMkLst>
          <pc:docMk/>
          <pc:sldMk cId="1171013293" sldId="301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1171013293" sldId="301"/>
            <ac:spMk id="2" creationId="{00000000-0000-0000-0000-000000000000}"/>
          </ac:spMkLst>
        </pc:spChg>
        <pc:spChg chg="mod">
          <ac:chgData name="Prof. WU Dapeng" userId="766581d8-4b49-4c74-b70d-570e2257b99b" providerId="ADAL" clId="{1C6D8607-3185-4DA0-8E1F-3B53A56BBC22}" dt="2023-01-08T13:21:09.996" v="92" actId="1076"/>
          <ac:spMkLst>
            <pc:docMk/>
            <pc:sldMk cId="1171013293" sldId="301"/>
            <ac:spMk id="3" creationId="{00000000-0000-0000-0000-000000000000}"/>
          </ac:spMkLst>
        </pc:spChg>
      </pc:sldChg>
      <pc:sldChg chg="modSp">
        <pc:chgData name="Prof. WU Dapeng" userId="766581d8-4b49-4c74-b70d-570e2257b99b" providerId="ADAL" clId="{1C6D8607-3185-4DA0-8E1F-3B53A56BBC22}" dt="2023-01-06T10:24:40.182" v="11"/>
        <pc:sldMkLst>
          <pc:docMk/>
          <pc:sldMk cId="1465336564" sldId="302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1465336564" sldId="302"/>
            <ac:spMk id="2" creationId="{00000000-0000-0000-0000-000000000000}"/>
          </ac:spMkLst>
        </pc:spChg>
      </pc:sldChg>
      <pc:sldChg chg="modSp">
        <pc:chgData name="Prof. WU Dapeng" userId="766581d8-4b49-4c74-b70d-570e2257b99b" providerId="ADAL" clId="{1C6D8607-3185-4DA0-8E1F-3B53A56BBC22}" dt="2023-01-06T10:24:40.182" v="11"/>
        <pc:sldMkLst>
          <pc:docMk/>
          <pc:sldMk cId="2308010663" sldId="303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2308010663" sldId="303"/>
            <ac:spMk id="3" creationId="{00000000-0000-0000-0000-000000000000}"/>
          </ac:spMkLst>
        </pc:spChg>
      </pc:sldChg>
      <pc:sldChg chg="modSp">
        <pc:chgData name="Prof. WU Dapeng" userId="766581d8-4b49-4c74-b70d-570e2257b99b" providerId="ADAL" clId="{1C6D8607-3185-4DA0-8E1F-3B53A56BBC22}" dt="2023-01-06T10:24:40.182" v="11"/>
        <pc:sldMkLst>
          <pc:docMk/>
          <pc:sldMk cId="3641727294" sldId="304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3641727294" sldId="304"/>
            <ac:spMk id="3" creationId="{00000000-0000-0000-0000-000000000000}"/>
          </ac:spMkLst>
        </pc:spChg>
      </pc:sldChg>
      <pc:sldChg chg="modSp">
        <pc:chgData name="Prof. WU Dapeng" userId="766581d8-4b49-4c74-b70d-570e2257b99b" providerId="ADAL" clId="{1C6D8607-3185-4DA0-8E1F-3B53A56BBC22}" dt="2023-01-06T10:24:40.182" v="11"/>
        <pc:sldMkLst>
          <pc:docMk/>
          <pc:sldMk cId="1023962944" sldId="305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1023962944" sldId="305"/>
            <ac:spMk id="3" creationId="{00000000-0000-0000-0000-000000000000}"/>
          </ac:spMkLst>
        </pc:spChg>
      </pc:sldChg>
      <pc:sldChg chg="modSp">
        <pc:chgData name="Prof. WU Dapeng" userId="766581d8-4b49-4c74-b70d-570e2257b99b" providerId="ADAL" clId="{1C6D8607-3185-4DA0-8E1F-3B53A56BBC22}" dt="2023-01-06T10:24:40.182" v="11"/>
        <pc:sldMkLst>
          <pc:docMk/>
          <pc:sldMk cId="7992902" sldId="306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7992902" sldId="306"/>
            <ac:spMk id="3" creationId="{00000000-0000-0000-0000-000000000000}"/>
          </ac:spMkLst>
        </pc:spChg>
      </pc:sldChg>
      <pc:sldChg chg="modSp">
        <pc:chgData name="Prof. WU Dapeng" userId="766581d8-4b49-4c74-b70d-570e2257b99b" providerId="ADAL" clId="{1C6D8607-3185-4DA0-8E1F-3B53A56BBC22}" dt="2023-01-06T10:24:40.182" v="11"/>
        <pc:sldMkLst>
          <pc:docMk/>
          <pc:sldMk cId="2367655910" sldId="307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2367655910" sldId="307"/>
            <ac:spMk id="3" creationId="{00000000-0000-0000-0000-000000000000}"/>
          </ac:spMkLst>
        </pc:spChg>
      </pc:sldChg>
      <pc:sldChg chg="modSp">
        <pc:chgData name="Prof. WU Dapeng" userId="766581d8-4b49-4c74-b70d-570e2257b99b" providerId="ADAL" clId="{1C6D8607-3185-4DA0-8E1F-3B53A56BBC22}" dt="2023-01-06T10:24:40.182" v="11"/>
        <pc:sldMkLst>
          <pc:docMk/>
          <pc:sldMk cId="818892108" sldId="308"/>
        </pc:sldMkLst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818892108" sldId="308"/>
            <ac:spMk id="3" creationId="{00000000-0000-0000-0000-000000000000}"/>
          </ac:spMkLst>
        </pc:spChg>
      </pc:sldChg>
      <pc:sldChg chg="modSp add mod">
        <pc:chgData name="Prof. WU Dapeng" userId="766581d8-4b49-4c74-b70d-570e2257b99b" providerId="ADAL" clId="{1C6D8607-3185-4DA0-8E1F-3B53A56BBC22}" dt="2023-01-10T08:28:27.663" v="225" actId="20577"/>
        <pc:sldMkLst>
          <pc:docMk/>
          <pc:sldMk cId="489053777" sldId="309"/>
        </pc:sldMkLst>
        <pc:spChg chg="mod">
          <ac:chgData name="Prof. WU Dapeng" userId="766581d8-4b49-4c74-b70d-570e2257b99b" providerId="ADAL" clId="{1C6D8607-3185-4DA0-8E1F-3B53A56BBC22}" dt="2023-01-10T08:28:27.663" v="225" actId="20577"/>
          <ac:spMkLst>
            <pc:docMk/>
            <pc:sldMk cId="489053777" sldId="309"/>
            <ac:spMk id="2" creationId="{00000000-0000-0000-0000-000000000000}"/>
          </ac:spMkLst>
        </pc:spChg>
        <pc:spChg chg="mod">
          <ac:chgData name="Prof. WU Dapeng" userId="766581d8-4b49-4c74-b70d-570e2257b99b" providerId="ADAL" clId="{1C6D8607-3185-4DA0-8E1F-3B53A56BBC22}" dt="2023-01-06T10:24:40.182" v="11"/>
          <ac:spMkLst>
            <pc:docMk/>
            <pc:sldMk cId="489053777" sldId="309"/>
            <ac:spMk id="3" creationId="{00000000-0000-0000-0000-000000000000}"/>
          </ac:spMkLst>
        </pc:spChg>
      </pc:sldChg>
      <pc:sldChg chg="del">
        <pc:chgData name="Prof. WU Dapeng" userId="766581d8-4b49-4c74-b70d-570e2257b99b" providerId="ADAL" clId="{1C6D8607-3185-4DA0-8E1F-3B53A56BBC22}" dt="2023-01-06T10:23:52.234" v="9" actId="2696"/>
        <pc:sldMkLst>
          <pc:docMk/>
          <pc:sldMk cId="2890965978" sldId="309"/>
        </pc:sldMkLst>
      </pc:sldChg>
      <pc:sldChg chg="modSp add mod">
        <pc:chgData name="Prof. WU Dapeng" userId="766581d8-4b49-4c74-b70d-570e2257b99b" providerId="ADAL" clId="{1C6D8607-3185-4DA0-8E1F-3B53A56BBC22}" dt="2023-01-06T10:23:28.664" v="7" actId="20577"/>
        <pc:sldMkLst>
          <pc:docMk/>
          <pc:sldMk cId="0" sldId="310"/>
        </pc:sldMkLst>
        <pc:spChg chg="mod">
          <ac:chgData name="Prof. WU Dapeng" userId="766581d8-4b49-4c74-b70d-570e2257b99b" providerId="ADAL" clId="{1C6D8607-3185-4DA0-8E1F-3B53A56BBC22}" dt="2023-01-06T10:23:28.664" v="7" actId="20577"/>
          <ac:spMkLst>
            <pc:docMk/>
            <pc:sldMk cId="0" sldId="310"/>
            <ac:spMk id="3075" creationId="{00000000-0000-0000-0000-000000000000}"/>
          </ac:spMkLst>
        </pc:spChg>
      </pc:sldChg>
    </pc:docChg>
  </pc:docChgLst>
  <pc:docChgLst>
    <pc:chgData name="Prof. WU Dapeng" userId="766581d8-4b49-4c74-b70d-570e2257b99b" providerId="ADAL" clId="{F805D233-C83A-4A9C-9C55-F2B729749A29}"/>
    <pc:docChg chg="delSld modSld">
      <pc:chgData name="Prof. WU Dapeng" userId="766581d8-4b49-4c74-b70d-570e2257b99b" providerId="ADAL" clId="{F805D233-C83A-4A9C-9C55-F2B729749A29}" dt="2025-09-04T10:16:47.968" v="43" actId="47"/>
      <pc:docMkLst>
        <pc:docMk/>
      </pc:docMkLst>
      <pc:sldChg chg="modSp">
        <pc:chgData name="Prof. WU Dapeng" userId="766581d8-4b49-4c74-b70d-570e2257b99b" providerId="ADAL" clId="{F805D233-C83A-4A9C-9C55-F2B729749A29}" dt="2025-09-04T10:04:11.173" v="42" actId="20577"/>
        <pc:sldMkLst>
          <pc:docMk/>
          <pc:sldMk cId="0" sldId="263"/>
        </pc:sldMkLst>
        <pc:spChg chg="mod">
          <ac:chgData name="Prof. WU Dapeng" userId="766581d8-4b49-4c74-b70d-570e2257b99b" providerId="ADAL" clId="{F805D233-C83A-4A9C-9C55-F2B729749A29}" dt="2025-09-04T10:04:11.173" v="42" actId="20577"/>
          <ac:spMkLst>
            <pc:docMk/>
            <pc:sldMk cId="0" sldId="263"/>
            <ac:spMk id="1020937" creationId="{00000000-0000-0000-0000-000000000000}"/>
          </ac:spMkLst>
        </pc:spChg>
      </pc:sldChg>
      <pc:sldChg chg="del">
        <pc:chgData name="Prof. WU Dapeng" userId="766581d8-4b49-4c74-b70d-570e2257b99b" providerId="ADAL" clId="{F805D233-C83A-4A9C-9C55-F2B729749A29}" dt="2025-09-04T10:16:47.968" v="43" actId="47"/>
        <pc:sldMkLst>
          <pc:docMk/>
          <pc:sldMk cId="0" sldId="281"/>
        </pc:sldMkLst>
      </pc:sldChg>
      <pc:sldChg chg="modSp mod">
        <pc:chgData name="Prof. WU Dapeng" userId="766581d8-4b49-4c74-b70d-570e2257b99b" providerId="ADAL" clId="{F805D233-C83A-4A9C-9C55-F2B729749A29}" dt="2025-08-30T12:04:21.285" v="3" actId="20577"/>
        <pc:sldMkLst>
          <pc:docMk/>
          <pc:sldMk cId="0" sldId="310"/>
        </pc:sldMkLst>
        <pc:spChg chg="mod">
          <ac:chgData name="Prof. WU Dapeng" userId="766581d8-4b49-4c74-b70d-570e2257b99b" providerId="ADAL" clId="{F805D233-C83A-4A9C-9C55-F2B729749A29}" dt="2025-08-30T12:04:21.285" v="3" actId="20577"/>
          <ac:spMkLst>
            <pc:docMk/>
            <pc:sldMk cId="0" sldId="310"/>
            <ac:spMk id="3074" creationId="{00000000-0000-0000-0000-000000000000}"/>
          </ac:spMkLst>
        </pc:spChg>
      </pc:sldChg>
    </pc:docChg>
  </pc:docChgLst>
  <pc:docChgLst>
    <pc:chgData name="Prof. WU Dapeng" userId="766581d8-4b49-4c74-b70d-570e2257b99b" providerId="ADAL" clId="{D6657DCF-B8BC-452D-B7CA-81823D7D0DA5}"/>
    <pc:docChg chg="modSld">
      <pc:chgData name="Prof. WU Dapeng" userId="766581d8-4b49-4c74-b70d-570e2257b99b" providerId="ADAL" clId="{D6657DCF-B8BC-452D-B7CA-81823D7D0DA5}" dt="2023-08-27T09:17:20.248" v="0"/>
      <pc:docMkLst>
        <pc:docMk/>
      </pc:docMkLst>
      <pc:sldChg chg="modSp mod">
        <pc:chgData name="Prof. WU Dapeng" userId="766581d8-4b49-4c74-b70d-570e2257b99b" providerId="ADAL" clId="{D6657DCF-B8BC-452D-B7CA-81823D7D0DA5}" dt="2023-08-27T09:17:20.248" v="0"/>
        <pc:sldMkLst>
          <pc:docMk/>
          <pc:sldMk cId="0" sldId="310"/>
        </pc:sldMkLst>
        <pc:spChg chg="mod">
          <ac:chgData name="Prof. WU Dapeng" userId="766581d8-4b49-4c74-b70d-570e2257b99b" providerId="ADAL" clId="{D6657DCF-B8BC-452D-B7CA-81823D7D0DA5}" dt="2023-08-27T09:17:20.248" v="0"/>
          <ac:spMkLst>
            <pc:docMk/>
            <pc:sldMk cId="0" sldId="310"/>
            <ac:spMk id="3074" creationId="{00000000-0000-0000-0000-000000000000}"/>
          </ac:spMkLst>
        </pc:spChg>
      </pc:sldChg>
    </pc:docChg>
  </pc:docChgLst>
  <pc:docChgLst>
    <pc:chgData name="Dapeng" userId="766581d8-4b49-4c74-b70d-570e2257b99b" providerId="ADAL" clId="{49A7257D-344F-4FDF-9F67-F9D73E2E1F2F}"/>
    <pc:docChg chg="modSld">
      <pc:chgData name="Dapeng" userId="766581d8-4b49-4c74-b70d-570e2257b99b" providerId="ADAL" clId="{49A7257D-344F-4FDF-9F67-F9D73E2E1F2F}" dt="2024-08-30T10:35:17.179" v="3" actId="20577"/>
      <pc:docMkLst>
        <pc:docMk/>
      </pc:docMkLst>
      <pc:sldChg chg="modSp mod">
        <pc:chgData name="Dapeng" userId="766581d8-4b49-4c74-b70d-570e2257b99b" providerId="ADAL" clId="{49A7257D-344F-4FDF-9F67-F9D73E2E1F2F}" dt="2024-08-30T10:35:17.179" v="3" actId="20577"/>
        <pc:sldMkLst>
          <pc:docMk/>
          <pc:sldMk cId="0" sldId="310"/>
        </pc:sldMkLst>
        <pc:spChg chg="mod">
          <ac:chgData name="Dapeng" userId="766581d8-4b49-4c74-b70d-570e2257b99b" providerId="ADAL" clId="{49A7257D-344F-4FDF-9F67-F9D73E2E1F2F}" dt="2024-08-30T10:35:17.179" v="3" actId="20577"/>
          <ac:spMkLst>
            <pc:docMk/>
            <pc:sldMk cId="0" sldId="310"/>
            <ac:spMk id="3074" creationId="{00000000-0000-0000-0000-000000000000}"/>
          </ac:spMkLst>
        </pc:spChg>
      </pc:sldChg>
    </pc:docChg>
  </pc:docChgLst>
  <pc:docChgLst>
    <pc:chgData name="Prof. WU Dapeng" userId="766581d8-4b49-4c74-b70d-570e2257b99b" providerId="ADAL" clId="{B54EE307-0437-4933-AFAD-ABEAFE743111}"/>
    <pc:docChg chg="modSld">
      <pc:chgData name="Prof. WU Dapeng" userId="766581d8-4b49-4c74-b70d-570e2257b99b" providerId="ADAL" clId="{B54EE307-0437-4933-AFAD-ABEAFE743111}" dt="2026-08-24T10:14:13.273" v="3" actId="20577"/>
      <pc:docMkLst>
        <pc:docMk/>
      </pc:docMkLst>
      <pc:sldChg chg="modSp mod">
        <pc:chgData name="Prof. WU Dapeng" userId="766581d8-4b49-4c74-b70d-570e2257b99b" providerId="ADAL" clId="{B54EE307-0437-4933-AFAD-ABEAFE743111}" dt="2026-08-24T10:14:13.273" v="3" actId="20577"/>
        <pc:sldMkLst>
          <pc:docMk/>
          <pc:sldMk cId="0" sldId="310"/>
        </pc:sldMkLst>
        <pc:spChg chg="mod">
          <ac:chgData name="Prof. WU Dapeng" userId="766581d8-4b49-4c74-b70d-570e2257b99b" providerId="ADAL" clId="{B54EE307-0437-4933-AFAD-ABEAFE743111}" dt="2026-08-24T10:14:13.273" v="3" actId="20577"/>
          <ac:spMkLst>
            <pc:docMk/>
            <pc:sldMk cId="0" sldId="310"/>
            <ac:spMk id="307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492CD9C-0936-4CB5-8F47-4F37A3C1BD80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A8A4206-02EB-4F55-B83C-8E908C558B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39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AFBE10-24F1-40A5-929B-A7304CD2D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78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5D5834-A80B-416B-92A6-65B22C8CD2B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4214813" y="0"/>
            <a:ext cx="12395201" cy="92964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7417" y="969914"/>
            <a:ext cx="2590866" cy="6780161"/>
          </a:xfrm>
          <a:noFill/>
          <a:ln/>
        </p:spPr>
        <p:txBody>
          <a:bodyPr/>
          <a:lstStyle/>
          <a:p>
            <a:pPr eaLnBrk="1" hangingPunct="1"/>
            <a:r>
              <a:rPr lang="en-US"/>
              <a:t>Answer:  take lots of images, average them</a:t>
            </a:r>
          </a:p>
        </p:txBody>
      </p:sp>
    </p:spTree>
    <p:extLst>
      <p:ext uri="{BB962C8B-B14F-4D97-AF65-F5344CB8AC3E}">
        <p14:creationId xmlns:p14="http://schemas.microsoft.com/office/powerpoint/2010/main" val="3420824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F*G = G*F (commutative)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F*(G*I) = (F*G)*I  (associative)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0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6C6D3D-63F5-43F0-8220-69118B54FBA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3" y="4416099"/>
            <a:ext cx="5142177" cy="418245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85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076CC1-63DF-4546-832F-7B3740A94E4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3" y="4416099"/>
            <a:ext cx="5142177" cy="418245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8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7A330F-0BC8-49D7-A944-695EB46CD0A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3" y="4416099"/>
            <a:ext cx="5142177" cy="418245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662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C87F93-8D1F-4BCD-9CEA-002EA20EF340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3" y="4416099"/>
            <a:ext cx="5142177" cy="418245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94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BA76B8-4245-438E-AE87-AEABE722B1B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3" y="4416099"/>
            <a:ext cx="5142177" cy="418245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80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BC0D556-2D4C-43D7-A143-10DF9A50ECA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3" y="4416099"/>
            <a:ext cx="5142177" cy="418245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67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161CC4-F38B-4448-ABCF-6E7523585C6C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3" y="4416099"/>
            <a:ext cx="5142177" cy="418245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277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166B4A-7B24-4AAF-A9EB-F7140824BCA0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5629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7B3A0A-D57B-4CAC-84DB-6D90894AFFC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73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3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5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7"/>
          <p:cNvSpPr>
            <a:spLocks noGrp="1" noChangeArrowheads="1"/>
          </p:cNvSpPr>
          <p:nvPr>
            <p:ph type="dt" sz="half" idx="11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Tuesday, 1/6/2004</a:t>
            </a:r>
          </a:p>
        </p:txBody>
      </p:sp>
    </p:spTree>
    <p:extLst>
      <p:ext uri="{BB962C8B-B14F-4D97-AF65-F5344CB8AC3E}">
        <p14:creationId xmlns:p14="http://schemas.microsoft.com/office/powerpoint/2010/main" val="578039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5430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9606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81200"/>
            <a:ext cx="3886200" cy="4535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981200"/>
            <a:ext cx="3886200" cy="4535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4494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6001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9916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126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3543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0308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5630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04800"/>
            <a:ext cx="1981200" cy="6211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4800"/>
            <a:ext cx="5791200" cy="6211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3724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9144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kumimoji="1" 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kumimoji="1" 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415925" y="12192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kumimoji="1" 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762000" y="12192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kumimoji="1" 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49213" y="1066800"/>
            <a:ext cx="560387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kumimoji="1"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5334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kumimoji="1"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57200" y="13716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kumimoji="1" 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048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81200"/>
            <a:ext cx="7924800" cy="453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8305800" y="6553200"/>
            <a:ext cx="400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fld id="{7CE64373-3931-44D1-A92E-C787431BD355}" type="slidenum">
              <a:rPr lang="en-GB" sz="1400">
                <a:solidFill>
                  <a:srgbClr val="0000FF"/>
                </a:solidFill>
                <a:latin typeface="Arial" charset="0"/>
              </a:rPr>
              <a:pPr algn="l"/>
              <a:t>‹#›</a:t>
            </a:fld>
            <a:endParaRPr lang="en-US" sz="1400">
              <a:solidFill>
                <a:srgbClr val="0000FF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18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3.xml"/><Relationship Id="rId7" Type="http://schemas.openxmlformats.org/officeDocument/2006/relationships/notesSlide" Target="../notesSlides/notesSlide2.xml"/><Relationship Id="rId12" Type="http://schemas.openxmlformats.org/officeDocument/2006/relationships/image" Target="../media/image1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5" Type="http://schemas.openxmlformats.org/officeDocument/2006/relationships/tags" Target="../tags/tag5.xml"/><Relationship Id="rId10" Type="http://schemas.openxmlformats.org/officeDocument/2006/relationships/image" Target="../media/image9.png"/><Relationship Id="rId4" Type="http://schemas.openxmlformats.org/officeDocument/2006/relationships/tags" Target="../tags/tag4.xml"/><Relationship Id="rId9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8.xml"/><Relationship Id="rId7" Type="http://schemas.openxmlformats.org/officeDocument/2006/relationships/image" Target="../media/image13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2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6.png"/><Relationship Id="rId4" Type="http://schemas.openxmlformats.org/officeDocument/2006/relationships/tags" Target="../tags/tag9.xml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13.xml"/><Relationship Id="rId7" Type="http://schemas.openxmlformats.org/officeDocument/2006/relationships/image" Target="../media/image14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9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.xml"/><Relationship Id="rId9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jpeg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gi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810000"/>
            <a:ext cx="7543800" cy="22860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0066FF"/>
                </a:solidFill>
              </a:rPr>
              <a:t>Dr. Dapeng Oliver Wu</a:t>
            </a:r>
          </a:p>
          <a:p>
            <a:pPr eaLnBrk="1" hangingPunct="1"/>
            <a:r>
              <a:rPr lang="en-US" b="1" dirty="0">
                <a:solidFill>
                  <a:srgbClr val="0066FF"/>
                </a:solidFill>
              </a:rPr>
              <a:t>City University of Hong Kong</a:t>
            </a:r>
          </a:p>
          <a:p>
            <a:pPr eaLnBrk="1" hangingPunct="1"/>
            <a:r>
              <a:rPr lang="en-US" b="1" dirty="0">
                <a:solidFill>
                  <a:srgbClr val="0066FF"/>
                </a:solidFill>
              </a:rPr>
              <a:t>Department of Computer Science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altLang="zh-CN" dirty="0">
                <a:solidFill>
                  <a:srgbClr val="CC0000"/>
                </a:solidFill>
              </a:rPr>
              <a:t>Semester A, 2026/27</a:t>
            </a:r>
            <a:endParaRPr lang="en-US" dirty="0">
              <a:solidFill>
                <a:srgbClr val="CC0000"/>
              </a:solidFill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ctrTitle"/>
          </p:nvPr>
        </p:nvSpPr>
        <p:spPr>
          <a:xfrm>
            <a:off x="914400" y="381000"/>
            <a:ext cx="7772400" cy="2590800"/>
          </a:xfrm>
          <a:noFill/>
        </p:spPr>
        <p:txBody>
          <a:bodyPr/>
          <a:lstStyle/>
          <a:p>
            <a:pPr eaLnBrk="1" hangingPunct="1"/>
            <a:r>
              <a:rPr lang="en-US" dirty="0">
                <a:solidFill>
                  <a:srgbClr val="333399"/>
                </a:solidFill>
              </a:rPr>
              <a:t> CS 5187: Vision and Image</a:t>
            </a:r>
            <a:br>
              <a:rPr lang="en-US" dirty="0">
                <a:solidFill>
                  <a:srgbClr val="333399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Lecture 1-2</a:t>
            </a:r>
            <a:br>
              <a:rPr lang="en-US" dirty="0">
                <a:solidFill>
                  <a:srgbClr val="333399"/>
                </a:solidFill>
              </a:rPr>
            </a:br>
            <a:r>
              <a:rPr lang="en-US" i="1" dirty="0">
                <a:solidFill>
                  <a:srgbClr val="009900"/>
                </a:solidFill>
              </a:rPr>
              <a:t>Image Filtering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image?</a:t>
            </a:r>
          </a:p>
        </p:txBody>
      </p:sp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0431" y="1447800"/>
            <a:ext cx="7083138" cy="4724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 r="34503" b="17790"/>
          <a:stretch>
            <a:fillRect/>
          </a:stretch>
        </p:blipFill>
        <p:spPr bwMode="auto">
          <a:xfrm>
            <a:off x="381000" y="1219200"/>
            <a:ext cx="42672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What is an image?</a:t>
            </a:r>
          </a:p>
        </p:txBody>
      </p:sp>
      <p:pic>
        <p:nvPicPr>
          <p:cNvPr id="13316" name="Picture 4" descr="humaneye"/>
          <p:cNvPicPr>
            <a:picLocks noChangeAspect="1" noChangeArrowheads="1"/>
          </p:cNvPicPr>
          <p:nvPr/>
        </p:nvPicPr>
        <p:blipFill>
          <a:blip r:embed="rId3" cstate="print"/>
          <a:srcRect l="14894" r="17021"/>
          <a:stretch>
            <a:fillRect/>
          </a:stretch>
        </p:blipFill>
        <p:spPr bwMode="auto">
          <a:xfrm>
            <a:off x="5867400" y="4343400"/>
            <a:ext cx="225751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4" cstate="print"/>
          <a:srcRect l="49847" b="18367"/>
          <a:stretch>
            <a:fillRect/>
          </a:stretch>
        </p:blipFill>
        <p:spPr bwMode="auto">
          <a:xfrm>
            <a:off x="6172200" y="1371600"/>
            <a:ext cx="17589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6248400" y="3429000"/>
            <a:ext cx="15815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 dirty="0">
                <a:cs typeface="Arial" charset="0"/>
              </a:rPr>
              <a:t>Digital Camera</a:t>
            </a: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6553200" y="6248400"/>
            <a:ext cx="9106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cs typeface="Arial" charset="0"/>
              </a:rPr>
              <a:t>The Eye</a:t>
            </a: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7788275" y="6504801"/>
            <a:ext cx="158432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b="1" dirty="0">
                <a:latin typeface="Arial" charset="0"/>
              </a:rPr>
              <a:t>Source: A. Efros</a:t>
            </a:r>
          </a:p>
        </p:txBody>
      </p:sp>
      <p:sp>
        <p:nvSpPr>
          <p:cNvPr id="10" name="Oval 9"/>
          <p:cNvSpPr/>
          <p:nvPr/>
        </p:nvSpPr>
        <p:spPr>
          <a:xfrm>
            <a:off x="5638800" y="1066800"/>
            <a:ext cx="2743200" cy="2971800"/>
          </a:xfrm>
          <a:prstGeom prst="ellipse">
            <a:avLst/>
          </a:prstGeom>
          <a:noFill/>
          <a:ln w="190500">
            <a:solidFill>
              <a:srgbClr val="FF0000"/>
            </a:solidFill>
          </a:ln>
          <a:effectLst>
            <a:outerShdw blurRad="1016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334000" y="4343400"/>
            <a:ext cx="3352800" cy="2209800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rot="5400000" flipH="1" flipV="1">
            <a:off x="4876800" y="4114800"/>
            <a:ext cx="1371600" cy="1066800"/>
          </a:xfrm>
          <a:prstGeom prst="straightConnector1">
            <a:avLst/>
          </a:prstGeom>
          <a:noFill/>
          <a:ln w="190500">
            <a:solidFill>
              <a:srgbClr val="FF0000"/>
            </a:solidFill>
            <a:tailEnd type="triangle"/>
          </a:ln>
          <a:effectLst>
            <a:outerShdw blurRad="1016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TextBox 13"/>
          <p:cNvSpPr txBox="1"/>
          <p:nvPr/>
        </p:nvSpPr>
        <p:spPr>
          <a:xfrm>
            <a:off x="2119400" y="5334000"/>
            <a:ext cx="37969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We’ll focus on these in this course</a:t>
            </a:r>
          </a:p>
        </p:txBody>
      </p:sp>
      <p:sp>
        <p:nvSpPr>
          <p:cNvPr id="18" name="Freeform 17"/>
          <p:cNvSpPr/>
          <p:nvPr/>
        </p:nvSpPr>
        <p:spPr>
          <a:xfrm>
            <a:off x="925286" y="5029200"/>
            <a:ext cx="1741714" cy="1338943"/>
          </a:xfrm>
          <a:custGeom>
            <a:avLst/>
            <a:gdLst>
              <a:gd name="connsiteX0" fmla="*/ 2383971 w 2383971"/>
              <a:gd name="connsiteY0" fmla="*/ 1338943 h 1338943"/>
              <a:gd name="connsiteX1" fmla="*/ 413657 w 2383971"/>
              <a:gd name="connsiteY1" fmla="*/ 881743 h 1338943"/>
              <a:gd name="connsiteX2" fmla="*/ 0 w 2383971"/>
              <a:gd name="connsiteY2" fmla="*/ 0 h 1338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83971" h="1338943">
                <a:moveTo>
                  <a:pt x="2383971" y="1338943"/>
                </a:moveTo>
                <a:cubicBezTo>
                  <a:pt x="1597478" y="1221921"/>
                  <a:pt x="810986" y="1104900"/>
                  <a:pt x="413657" y="881743"/>
                </a:cubicBezTo>
                <a:cubicBezTo>
                  <a:pt x="16328" y="658586"/>
                  <a:pt x="8164" y="329293"/>
                  <a:pt x="0" y="0"/>
                </a:cubicBezTo>
              </a:path>
            </a:pathLst>
          </a:custGeom>
          <a:noFill/>
          <a:ln w="190500">
            <a:solidFill>
              <a:srgbClr val="FF0000"/>
            </a:solidFill>
            <a:tailEnd type="triangle"/>
          </a:ln>
          <a:effectLst>
            <a:outerShdw blurRad="1016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862554" y="6172200"/>
            <a:ext cx="24714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Also image formation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/>
      <p:bldP spid="13319" grpId="0"/>
      <p:bldP spid="10" grpId="0" animBg="1"/>
      <p:bldP spid="11" grpId="0" animBg="1"/>
      <p:bldP spid="14" grpId="0"/>
      <p:bldP spid="18" grpId="0" animBg="1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What is an image?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1460425"/>
            <a:ext cx="8276216" cy="5562600"/>
          </a:xfrm>
        </p:spPr>
        <p:txBody>
          <a:bodyPr>
            <a:normAutofit/>
          </a:bodyPr>
          <a:lstStyle/>
          <a:p>
            <a:r>
              <a:rPr lang="en-US" dirty="0"/>
              <a:t>A grid (matrix) of intensity values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	</a:t>
            </a:r>
            <a:r>
              <a:rPr lang="en-US" sz="2400" dirty="0"/>
              <a:t>(common to use one byte per value: 0 = black, 255 = white)</a:t>
            </a:r>
            <a:endParaRPr lang="en-US" dirty="0"/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 cstate="print"/>
          <a:srcRect l="49847" b="18367"/>
          <a:stretch>
            <a:fillRect/>
          </a:stretch>
        </p:blipFill>
        <p:spPr bwMode="auto">
          <a:xfrm>
            <a:off x="1219200" y="2412925"/>
            <a:ext cx="2133600" cy="249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596080" y="2795175"/>
            <a:ext cx="747320" cy="14465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800" b="1" dirty="0"/>
              <a:t>=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0" y="1828800"/>
          <a:ext cx="3810000" cy="3994144"/>
        </p:xfrm>
        <a:graphic>
          <a:graphicData uri="http://schemas.openxmlformats.org/drawingml/2006/table">
            <a:tbl>
              <a:tblPr/>
              <a:tblGrid>
                <a:gridCol w="31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8529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9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29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29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29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29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175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29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29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175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29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29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29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29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29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29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938" marR="7938" marT="7938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What is an image?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68617"/>
            <a:ext cx="8229600" cy="568483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dirty="0"/>
              <a:t>We can think of a (grayscale) image as a </a:t>
            </a:r>
            <a:r>
              <a:rPr lang="en-US" b="1" dirty="0"/>
              <a:t>function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, from </a:t>
            </a:r>
            <a:r>
              <a:rPr lang="en-US" dirty="0">
                <a:latin typeface="Times New Roman" pitchFamily="18" charset="0"/>
              </a:rPr>
              <a:t>R</a:t>
            </a:r>
            <a:r>
              <a:rPr lang="en-US" baseline="30000" dirty="0">
                <a:latin typeface="Times New Roman" pitchFamily="18" charset="0"/>
              </a:rPr>
              <a:t>2</a:t>
            </a:r>
            <a:r>
              <a:rPr lang="en-US" dirty="0"/>
              <a:t> to </a:t>
            </a:r>
            <a:r>
              <a:rPr lang="en-US" dirty="0">
                <a:latin typeface="Times New Roman" pitchFamily="18" charset="0"/>
              </a:rPr>
              <a:t>R:</a:t>
            </a:r>
          </a:p>
          <a:p>
            <a:pPr lvl="1">
              <a:defRPr/>
            </a:pPr>
            <a:r>
              <a:rPr lang="en-US" i="1" dirty="0">
                <a:latin typeface="Times New Roman" pitchFamily="18" charset="0"/>
              </a:rPr>
              <a:t>f 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i="1" dirty="0" err="1">
                <a:latin typeface="Times New Roman" pitchFamily="18" charset="0"/>
              </a:rPr>
              <a:t>x,y</a:t>
            </a:r>
            <a:r>
              <a:rPr lang="en-US" dirty="0">
                <a:latin typeface="Times New Roman" pitchFamily="18" charset="0"/>
              </a:rPr>
              <a:t>) </a:t>
            </a:r>
            <a:r>
              <a:rPr lang="en-US" dirty="0"/>
              <a:t>gives the </a:t>
            </a:r>
            <a:r>
              <a:rPr lang="en-US" b="1" dirty="0"/>
              <a:t>intensity</a:t>
            </a:r>
            <a:r>
              <a:rPr lang="en-US" dirty="0"/>
              <a:t> at position 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i="1" dirty="0" err="1">
                <a:latin typeface="Times New Roman" pitchFamily="18" charset="0"/>
              </a:rPr>
              <a:t>x,y</a:t>
            </a:r>
            <a:r>
              <a:rPr lang="en-US" dirty="0">
                <a:latin typeface="Times New Roman" pitchFamily="18" charset="0"/>
              </a:rPr>
              <a:t>) </a:t>
            </a:r>
          </a:p>
          <a:p>
            <a:pPr lvl="1">
              <a:defRPr/>
            </a:pPr>
            <a:endParaRPr lang="en-US" dirty="0">
              <a:latin typeface="Times New Roman" pitchFamily="18" charset="0"/>
            </a:endParaRPr>
          </a:p>
          <a:p>
            <a:pPr lvl="1">
              <a:defRPr/>
            </a:pPr>
            <a:endParaRPr lang="en-US" dirty="0">
              <a:latin typeface="Times New Roman" pitchFamily="18" charset="0"/>
            </a:endParaRPr>
          </a:p>
          <a:p>
            <a:pPr lvl="1">
              <a:defRPr/>
            </a:pPr>
            <a:endParaRPr lang="en-US" dirty="0">
              <a:latin typeface="Times New Roman" pitchFamily="18" charset="0"/>
            </a:endParaRPr>
          </a:p>
          <a:p>
            <a:pPr lvl="1">
              <a:defRPr/>
            </a:pPr>
            <a:endParaRPr lang="en-US" dirty="0">
              <a:latin typeface="Times New Roman" pitchFamily="18" charset="0"/>
            </a:endParaRPr>
          </a:p>
          <a:p>
            <a:pPr lvl="1">
              <a:defRPr/>
            </a:pPr>
            <a:endParaRPr lang="en-US" dirty="0">
              <a:latin typeface="Times New Roman" pitchFamily="18" charset="0"/>
            </a:endParaRPr>
          </a:p>
          <a:p>
            <a:pPr lvl="1">
              <a:defRPr/>
            </a:pPr>
            <a:endParaRPr lang="en-US" dirty="0">
              <a:latin typeface="Times New Roman" pitchFamily="18" charset="0"/>
            </a:endParaRPr>
          </a:p>
          <a:p>
            <a:pPr lvl="1">
              <a:defRPr/>
            </a:pPr>
            <a:endParaRPr lang="en-US" dirty="0">
              <a:latin typeface="Times New Roman" pitchFamily="18" charset="0"/>
            </a:endParaRPr>
          </a:p>
          <a:p>
            <a:pPr lvl="1">
              <a:defRPr/>
            </a:pPr>
            <a:r>
              <a:rPr lang="en-US" dirty="0"/>
              <a:t>A </a:t>
            </a:r>
            <a:r>
              <a:rPr lang="en-US" b="1" dirty="0"/>
              <a:t>digital</a:t>
            </a:r>
            <a:r>
              <a:rPr lang="en-US" dirty="0"/>
              <a:t> image is a discrete (</a:t>
            </a:r>
            <a:r>
              <a:rPr lang="en-US" b="1" dirty="0"/>
              <a:t>sampled</a:t>
            </a:r>
            <a:r>
              <a:rPr lang="en-US" dirty="0"/>
              <a:t>, </a:t>
            </a:r>
            <a:r>
              <a:rPr lang="en-US" b="1" dirty="0"/>
              <a:t>quantized</a:t>
            </a:r>
            <a:r>
              <a:rPr lang="en-US" dirty="0"/>
              <a:t>) version of this function</a:t>
            </a:r>
            <a:endParaRPr lang="en-US" dirty="0">
              <a:latin typeface="Times New Roman" pitchFamily="18" charset="0"/>
            </a:endParaRP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3673676"/>
            <a:ext cx="2475214" cy="2117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47227" y="3174158"/>
            <a:ext cx="2425959" cy="228600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grpSp>
        <p:nvGrpSpPr>
          <p:cNvPr id="26" name="Group 25"/>
          <p:cNvGrpSpPr/>
          <p:nvPr/>
        </p:nvGrpSpPr>
        <p:grpSpPr>
          <a:xfrm>
            <a:off x="5068586" y="2807802"/>
            <a:ext cx="1524000" cy="1847910"/>
            <a:chOff x="5181600" y="3028890"/>
            <a:chExt cx="1524000" cy="1847910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5562600" y="3961606"/>
              <a:ext cx="838200" cy="7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rot="5400000">
              <a:off x="5143103" y="4152503"/>
              <a:ext cx="610394" cy="2286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rot="5400000" flipH="1" flipV="1">
              <a:off x="5181600" y="3580606"/>
              <a:ext cx="762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6357256" y="3733800"/>
              <a:ext cx="228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x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181600" y="4476690"/>
              <a:ext cx="228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y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660572" y="3028890"/>
              <a:ext cx="10450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f 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, </a:t>
              </a: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sz="2000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Image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5211763"/>
          </a:xfrm>
        </p:spPr>
        <p:txBody>
          <a:bodyPr>
            <a:normAutofit/>
          </a:bodyPr>
          <a:lstStyle/>
          <a:p>
            <a:r>
              <a:rPr lang="en-US" dirty="0"/>
              <a:t>As with any function, we can apply operators to an image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We’ll talk about a special kind of operator, </a:t>
            </a:r>
            <a:r>
              <a:rPr lang="en-US" i="1" dirty="0"/>
              <a:t>convolution </a:t>
            </a:r>
            <a:r>
              <a:rPr lang="en-US" dirty="0"/>
              <a:t>(linear filtering)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971800" y="3200400"/>
            <a:ext cx="3505200" cy="1807187"/>
            <a:chOff x="735462" y="3383891"/>
            <a:chExt cx="3250920" cy="1676087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5462" y="3383891"/>
              <a:ext cx="1269343" cy="119611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723142" y="3383891"/>
              <a:ext cx="1263240" cy="1190009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Right Arrow 5"/>
            <p:cNvSpPr/>
            <p:nvPr/>
          </p:nvSpPr>
          <p:spPr bwMode="auto">
            <a:xfrm>
              <a:off x="2201493" y="3782498"/>
              <a:ext cx="369333" cy="306616"/>
            </a:xfrm>
            <a:prstGeom prst="rightArrow">
              <a:avLst>
                <a:gd name="adj1" fmla="val 50000"/>
                <a:gd name="adj2" fmla="val 79508"/>
              </a:avLst>
            </a:prstGeom>
            <a:solidFill>
              <a:srgbClr val="4F81B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en-US" sz="1800" i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838200" y="4659868"/>
              <a:ext cx="29718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>
                <a:buNone/>
              </a:pPr>
              <a:r>
                <a:rPr lang="en-US" sz="2000" i="0" dirty="0">
                  <a:ea typeface="Verdana" pitchFamily="34" charset="0"/>
                  <a:cs typeface="Verdana" pitchFamily="34" charset="0"/>
                </a:rPr>
                <a:t> </a:t>
              </a:r>
              <a:r>
                <a:rPr lang="en-US" sz="2000" i="1" dirty="0">
                  <a:latin typeface="Times New Roman" pitchFamily="18" charset="0"/>
                </a:rPr>
                <a:t>g </a:t>
              </a:r>
              <a:r>
                <a:rPr lang="en-US" sz="2000" dirty="0">
                  <a:latin typeface="Times New Roman" pitchFamily="18" charset="0"/>
                </a:rPr>
                <a:t>(</a:t>
              </a:r>
              <a:r>
                <a:rPr lang="en-US" sz="2000" i="1" dirty="0" err="1">
                  <a:latin typeface="Times New Roman" pitchFamily="18" charset="0"/>
                </a:rPr>
                <a:t>x,y</a:t>
              </a:r>
              <a:r>
                <a:rPr lang="en-US" sz="2000" dirty="0">
                  <a:latin typeface="Times New Roman" pitchFamily="18" charset="0"/>
                </a:rPr>
                <a:t>) </a:t>
              </a:r>
              <a:r>
                <a:rPr lang="en-US" sz="2000" i="1" dirty="0">
                  <a:latin typeface="Times New Roman" pitchFamily="18" charset="0"/>
                </a:rPr>
                <a:t>= f </a:t>
              </a:r>
              <a:r>
                <a:rPr lang="en-US" sz="2000" dirty="0">
                  <a:latin typeface="Times New Roman" pitchFamily="18" charset="0"/>
                </a:rPr>
                <a:t>(</a:t>
              </a:r>
              <a:r>
                <a:rPr lang="en-US" sz="2000" i="1" dirty="0" err="1">
                  <a:latin typeface="Times New Roman" pitchFamily="18" charset="0"/>
                </a:rPr>
                <a:t>x,y</a:t>
              </a:r>
              <a:r>
                <a:rPr lang="en-US" sz="2000" dirty="0">
                  <a:latin typeface="Times New Roman" pitchFamily="18" charset="0"/>
                </a:rPr>
                <a:t>) + </a:t>
              </a:r>
              <a:r>
                <a:rPr lang="en-US" sz="2000" i="0" dirty="0">
                  <a:latin typeface="Times New Roman" pitchFamily="18" charset="0"/>
                  <a:ea typeface="Verdana" pitchFamily="34" charset="0"/>
                  <a:cs typeface="Times New Roman" pitchFamily="18" charset="0"/>
                </a:rPr>
                <a:t>20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525963"/>
          </a:xfrm>
        </p:spPr>
        <p:txBody>
          <a:bodyPr/>
          <a:lstStyle/>
          <a:p>
            <a:r>
              <a:rPr lang="en-US" dirty="0"/>
              <a:t>Filtering</a:t>
            </a:r>
          </a:p>
          <a:p>
            <a:pPr lvl="1"/>
            <a:r>
              <a:rPr lang="en-US" dirty="0"/>
              <a:t>Form a new (output) image whose pixel values are a function of the pixel values in the input image</a:t>
            </a:r>
          </a:p>
          <a:p>
            <a:r>
              <a:rPr lang="en-US" dirty="0"/>
              <a:t>Why? </a:t>
            </a:r>
          </a:p>
          <a:p>
            <a:pPr lvl="1"/>
            <a:r>
              <a:rPr lang="en-US" dirty="0"/>
              <a:t>To get useful information from images</a:t>
            </a:r>
          </a:p>
          <a:p>
            <a:pPr lvl="2"/>
            <a:r>
              <a:rPr lang="en-US" dirty="0"/>
              <a:t>E.g., extract edges or contours (to understand shape)</a:t>
            </a:r>
          </a:p>
          <a:p>
            <a:pPr lvl="1"/>
            <a:r>
              <a:rPr lang="en-US" dirty="0"/>
              <a:t>To enhance the image</a:t>
            </a:r>
          </a:p>
          <a:p>
            <a:pPr lvl="2"/>
            <a:r>
              <a:rPr lang="en-US" dirty="0"/>
              <a:t>E.g., to remove noise</a:t>
            </a:r>
          </a:p>
          <a:p>
            <a:pPr lvl="2"/>
            <a:r>
              <a:rPr lang="en-US" dirty="0"/>
              <a:t>E.g., to sharpen or to “enhance image”</a:t>
            </a:r>
          </a:p>
        </p:txBody>
      </p:sp>
    </p:spTree>
    <p:extLst>
      <p:ext uri="{BB962C8B-B14F-4D97-AF65-F5344CB8AC3E}">
        <p14:creationId xmlns:p14="http://schemas.microsoft.com/office/powerpoint/2010/main" val="783684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Image Processing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Image Restoration</a:t>
            </a:r>
          </a:p>
          <a:p>
            <a:pPr lvl="1"/>
            <a:r>
              <a:rPr lang="en-US" sz="2000" dirty="0" err="1"/>
              <a:t>denoising</a:t>
            </a:r>
            <a:endParaRPr lang="en-US" sz="2000" dirty="0"/>
          </a:p>
          <a:p>
            <a:pPr lvl="1"/>
            <a:r>
              <a:rPr lang="en-US" sz="2000" dirty="0" err="1"/>
              <a:t>deblurring</a:t>
            </a:r>
            <a:endParaRPr lang="en-US" sz="2000" dirty="0"/>
          </a:p>
          <a:p>
            <a:r>
              <a:rPr lang="en-US" sz="2400" dirty="0"/>
              <a:t>Image Compression</a:t>
            </a:r>
          </a:p>
          <a:p>
            <a:pPr lvl="1"/>
            <a:r>
              <a:rPr lang="en-US" sz="2000" dirty="0"/>
              <a:t>JPEG, JPEG2000, MPEG..</a:t>
            </a:r>
          </a:p>
          <a:p>
            <a:r>
              <a:rPr lang="en-US" sz="2400" dirty="0"/>
              <a:t>Computing Field Properties</a:t>
            </a:r>
          </a:p>
          <a:p>
            <a:pPr lvl="1"/>
            <a:r>
              <a:rPr lang="en-US" sz="2000" dirty="0"/>
              <a:t>optical flow</a:t>
            </a:r>
          </a:p>
          <a:p>
            <a:pPr lvl="1"/>
            <a:r>
              <a:rPr lang="en-US" sz="2000" dirty="0"/>
              <a:t>disparity</a:t>
            </a:r>
            <a:endParaRPr lang="en-US" sz="2400" dirty="0"/>
          </a:p>
          <a:p>
            <a:r>
              <a:rPr lang="en-US" sz="2400" dirty="0"/>
              <a:t>Locating Structural Features</a:t>
            </a:r>
          </a:p>
          <a:p>
            <a:pPr lvl="1"/>
            <a:r>
              <a:rPr lang="en-US" sz="2000" dirty="0"/>
              <a:t>corners</a:t>
            </a:r>
          </a:p>
          <a:p>
            <a:pPr lvl="1"/>
            <a:r>
              <a:rPr lang="en-US" sz="2000" dirty="0"/>
              <a:t>edges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7101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Question: Noise reduction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idx="1"/>
          </p:nvPr>
        </p:nvSpPr>
        <p:spPr>
          <a:xfrm>
            <a:off x="838200" y="1482436"/>
            <a:ext cx="7772400" cy="1504950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Given a camera and a still scene, how can you reduce noise?</a:t>
            </a:r>
          </a:p>
        </p:txBody>
      </p:sp>
      <p:graphicFrame>
        <p:nvGraphicFramePr>
          <p:cNvPr id="1026" name="Object 3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219200" cy="14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198720" progId="">
                  <p:embed/>
                </p:oleObj>
              </mc:Choice>
              <mc:Fallback>
                <p:oleObj name="Equation" r:id="rId8" imgW="914400" imgH="198720" progId="">
                  <p:embed/>
                  <p:pic>
                    <p:nvPicPr>
                      <p:cNvPr id="102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219200" cy="149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0932" name="Picture 4" descr="image3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>
            <a:lum bright="24000" contrast="30000"/>
          </a:blip>
          <a:srcRect/>
          <a:stretch>
            <a:fillRect/>
          </a:stretch>
        </p:blipFill>
        <p:spPr bwMode="auto">
          <a:xfrm>
            <a:off x="5811982" y="2186997"/>
            <a:ext cx="2690813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0933" name="Picture 5" descr="image4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 cstate="print">
            <a:lum bright="24000" contrast="30000"/>
          </a:blip>
          <a:srcRect/>
          <a:stretch>
            <a:fillRect/>
          </a:stretch>
        </p:blipFill>
        <p:spPr bwMode="auto">
          <a:xfrm>
            <a:off x="1088880" y="2299494"/>
            <a:ext cx="2690813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0934" name="Picture 6" descr="avg12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2" cstate="print">
            <a:lum bright="24000" contrast="30000"/>
          </a:blip>
          <a:srcRect/>
          <a:stretch>
            <a:fillRect/>
          </a:stretch>
        </p:blipFill>
        <p:spPr bwMode="auto">
          <a:xfrm>
            <a:off x="3454400" y="2427287"/>
            <a:ext cx="2682875" cy="336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0936" name="Text Box 8"/>
          <p:cNvSpPr txBox="1">
            <a:spLocks noChangeArrowheads="1"/>
          </p:cNvSpPr>
          <p:nvPr/>
        </p:nvSpPr>
        <p:spPr bwMode="auto">
          <a:xfrm>
            <a:off x="822325" y="5943600"/>
            <a:ext cx="553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Take lots of images and average them! </a:t>
            </a:r>
          </a:p>
        </p:txBody>
      </p:sp>
      <p:sp>
        <p:nvSpPr>
          <p:cNvPr id="1020937" name="Rectangle 9"/>
          <p:cNvSpPr>
            <a:spLocks noChangeArrowheads="1"/>
          </p:cNvSpPr>
          <p:nvPr/>
        </p:nvSpPr>
        <p:spPr bwMode="auto">
          <a:xfrm>
            <a:off x="838200" y="6384925"/>
            <a:ext cx="43909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Can we do better than simple averaging?</a:t>
            </a: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7620000" y="6553200"/>
            <a:ext cx="1457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Source: S. </a:t>
            </a:r>
            <a:r>
              <a:rPr lang="en-US" sz="1400" dirty="0"/>
              <a:t>Seitz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0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0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0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0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0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0936" grpId="0"/>
      <p:bldP spid="10209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Image filtering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747838"/>
            <a:ext cx="8724900" cy="1381125"/>
          </a:xfrm>
        </p:spPr>
        <p:txBody>
          <a:bodyPr/>
          <a:lstStyle/>
          <a:p>
            <a:pPr eaLnBrk="1" hangingPunct="1"/>
            <a:r>
              <a:rPr lang="en-US" dirty="0"/>
              <a:t>Modify the pixels in an image based on some function of a local neighborhood of each pixel</a:t>
            </a:r>
          </a:p>
          <a:p>
            <a:pPr eaLnBrk="1" hangingPunct="1">
              <a:buFontTx/>
              <a:buNone/>
            </a:pPr>
            <a:endParaRPr lang="en-US" dirty="0"/>
          </a:p>
        </p:txBody>
      </p: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289050" y="3352800"/>
            <a:ext cx="1241425" cy="1143000"/>
            <a:chOff x="2290" y="1920"/>
            <a:chExt cx="782" cy="720"/>
          </a:xfrm>
        </p:grpSpPr>
        <p:sp>
          <p:nvSpPr>
            <p:cNvPr id="33819" name="Rectangle 6"/>
            <p:cNvSpPr>
              <a:spLocks noChangeArrowheads="1"/>
            </p:cNvSpPr>
            <p:nvPr/>
          </p:nvSpPr>
          <p:spPr bwMode="auto">
            <a:xfrm>
              <a:off x="2304" y="1920"/>
              <a:ext cx="768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0" name="Line 7"/>
            <p:cNvSpPr>
              <a:spLocks noChangeShapeType="1"/>
            </p:cNvSpPr>
            <p:nvPr/>
          </p:nvSpPr>
          <p:spPr bwMode="auto">
            <a:xfrm>
              <a:off x="2565" y="1920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1" name="Line 8"/>
            <p:cNvSpPr>
              <a:spLocks noChangeShapeType="1"/>
            </p:cNvSpPr>
            <p:nvPr/>
          </p:nvSpPr>
          <p:spPr bwMode="auto">
            <a:xfrm>
              <a:off x="2825" y="1920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2" name="Line 9"/>
            <p:cNvSpPr>
              <a:spLocks noChangeShapeType="1"/>
            </p:cNvSpPr>
            <p:nvPr/>
          </p:nvSpPr>
          <p:spPr bwMode="auto">
            <a:xfrm>
              <a:off x="2304" y="216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3" name="Line 10"/>
            <p:cNvSpPr>
              <a:spLocks noChangeShapeType="1"/>
            </p:cNvSpPr>
            <p:nvPr/>
          </p:nvSpPr>
          <p:spPr bwMode="auto">
            <a:xfrm>
              <a:off x="2304" y="240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4" name="Text Box 11"/>
            <p:cNvSpPr txBox="1">
              <a:spLocks noChangeArrowheads="1"/>
            </p:cNvSpPr>
            <p:nvPr/>
          </p:nvSpPr>
          <p:spPr bwMode="auto">
            <a:xfrm>
              <a:off x="2591" y="216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dirty="0">
                  <a:cs typeface="Arial" charset="0"/>
                </a:rPr>
                <a:t>5</a:t>
              </a:r>
            </a:p>
          </p:txBody>
        </p:sp>
        <p:sp>
          <p:nvSpPr>
            <p:cNvPr id="33825" name="Text Box 12"/>
            <p:cNvSpPr txBox="1">
              <a:spLocks noChangeArrowheads="1"/>
            </p:cNvSpPr>
            <p:nvPr/>
          </p:nvSpPr>
          <p:spPr bwMode="auto">
            <a:xfrm>
              <a:off x="2856" y="216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>
                  <a:cs typeface="Arial" charset="0"/>
                </a:rPr>
                <a:t>1</a:t>
              </a:r>
            </a:p>
          </p:txBody>
        </p:sp>
        <p:sp>
          <p:nvSpPr>
            <p:cNvPr id="33826" name="Text Box 13"/>
            <p:cNvSpPr txBox="1">
              <a:spLocks noChangeArrowheads="1"/>
            </p:cNvSpPr>
            <p:nvPr/>
          </p:nvSpPr>
          <p:spPr bwMode="auto">
            <a:xfrm>
              <a:off x="2327" y="216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dirty="0">
                  <a:cs typeface="Arial" charset="0"/>
                </a:rPr>
                <a:t>4</a:t>
              </a:r>
            </a:p>
          </p:txBody>
        </p:sp>
        <p:sp>
          <p:nvSpPr>
            <p:cNvPr id="33827" name="Text Box 14"/>
            <p:cNvSpPr txBox="1">
              <a:spLocks noChangeArrowheads="1"/>
            </p:cNvSpPr>
            <p:nvPr/>
          </p:nvSpPr>
          <p:spPr bwMode="auto">
            <a:xfrm>
              <a:off x="2591" y="240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dirty="0">
                  <a:cs typeface="Arial" charset="0"/>
                </a:rPr>
                <a:t>1</a:t>
              </a:r>
            </a:p>
          </p:txBody>
        </p:sp>
        <p:sp>
          <p:nvSpPr>
            <p:cNvPr id="33828" name="Text Box 15"/>
            <p:cNvSpPr txBox="1">
              <a:spLocks noChangeArrowheads="1"/>
            </p:cNvSpPr>
            <p:nvPr/>
          </p:nvSpPr>
          <p:spPr bwMode="auto">
            <a:xfrm>
              <a:off x="2856" y="240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dirty="0">
                  <a:cs typeface="Arial" charset="0"/>
                </a:rPr>
                <a:t>7</a:t>
              </a:r>
            </a:p>
          </p:txBody>
        </p:sp>
        <p:sp>
          <p:nvSpPr>
            <p:cNvPr id="33829" name="Text Box 16"/>
            <p:cNvSpPr txBox="1">
              <a:spLocks noChangeArrowheads="1"/>
            </p:cNvSpPr>
            <p:nvPr/>
          </p:nvSpPr>
          <p:spPr bwMode="auto">
            <a:xfrm>
              <a:off x="2327" y="240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>
                  <a:cs typeface="Arial" charset="0"/>
                </a:rPr>
                <a:t>1</a:t>
              </a:r>
            </a:p>
          </p:txBody>
        </p:sp>
        <p:sp>
          <p:nvSpPr>
            <p:cNvPr id="33830" name="Line 17"/>
            <p:cNvSpPr>
              <a:spLocks noChangeShapeType="1"/>
            </p:cNvSpPr>
            <p:nvPr/>
          </p:nvSpPr>
          <p:spPr bwMode="auto">
            <a:xfrm>
              <a:off x="2304" y="192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1" name="Line 18"/>
            <p:cNvSpPr>
              <a:spLocks noChangeShapeType="1"/>
            </p:cNvSpPr>
            <p:nvPr/>
          </p:nvSpPr>
          <p:spPr bwMode="auto">
            <a:xfrm>
              <a:off x="2304" y="216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2" name="Text Box 19"/>
            <p:cNvSpPr txBox="1">
              <a:spLocks noChangeArrowheads="1"/>
            </p:cNvSpPr>
            <p:nvPr/>
          </p:nvSpPr>
          <p:spPr bwMode="auto">
            <a:xfrm>
              <a:off x="2591" y="192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dirty="0">
                  <a:cs typeface="Arial" charset="0"/>
                </a:rPr>
                <a:t>5</a:t>
              </a:r>
            </a:p>
          </p:txBody>
        </p:sp>
        <p:sp>
          <p:nvSpPr>
            <p:cNvPr id="33833" name="Text Box 20"/>
            <p:cNvSpPr txBox="1">
              <a:spLocks noChangeArrowheads="1"/>
            </p:cNvSpPr>
            <p:nvPr/>
          </p:nvSpPr>
          <p:spPr bwMode="auto">
            <a:xfrm>
              <a:off x="2856" y="192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>
                  <a:cs typeface="Arial" charset="0"/>
                </a:rPr>
                <a:t>3</a:t>
              </a:r>
            </a:p>
          </p:txBody>
        </p:sp>
        <p:sp>
          <p:nvSpPr>
            <p:cNvPr id="33834" name="Text Box 21"/>
            <p:cNvSpPr txBox="1">
              <a:spLocks noChangeArrowheads="1"/>
            </p:cNvSpPr>
            <p:nvPr/>
          </p:nvSpPr>
          <p:spPr bwMode="auto">
            <a:xfrm>
              <a:off x="2290" y="1920"/>
              <a:ext cx="26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dirty="0">
                  <a:cs typeface="Arial" charset="0"/>
                </a:rPr>
                <a:t>10</a:t>
              </a:r>
            </a:p>
          </p:txBody>
        </p:sp>
      </p:grpSp>
      <p:sp>
        <p:nvSpPr>
          <p:cNvPr id="33798" name="Text Box 22"/>
          <p:cNvSpPr txBox="1">
            <a:spLocks noChangeArrowheads="1"/>
          </p:cNvSpPr>
          <p:nvPr/>
        </p:nvSpPr>
        <p:spPr bwMode="auto">
          <a:xfrm>
            <a:off x="1066800" y="4572000"/>
            <a:ext cx="2278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cs typeface="Arial" charset="0"/>
              </a:rPr>
              <a:t>Local image data</a:t>
            </a:r>
          </a:p>
        </p:txBody>
      </p: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5807075" y="3352800"/>
            <a:ext cx="1295400" cy="1219200"/>
            <a:chOff x="2256" y="1920"/>
            <a:chExt cx="816" cy="768"/>
          </a:xfrm>
        </p:grpSpPr>
        <p:sp>
          <p:nvSpPr>
            <p:cNvPr id="33803" name="Rectangle 24"/>
            <p:cNvSpPr>
              <a:spLocks noChangeArrowheads="1"/>
            </p:cNvSpPr>
            <p:nvPr/>
          </p:nvSpPr>
          <p:spPr bwMode="auto">
            <a:xfrm>
              <a:off x="2304" y="1920"/>
              <a:ext cx="768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4" name="Line 25"/>
            <p:cNvSpPr>
              <a:spLocks noChangeShapeType="1"/>
            </p:cNvSpPr>
            <p:nvPr/>
          </p:nvSpPr>
          <p:spPr bwMode="auto">
            <a:xfrm>
              <a:off x="2544" y="1920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5" name="Line 26"/>
            <p:cNvSpPr>
              <a:spLocks noChangeShapeType="1"/>
            </p:cNvSpPr>
            <p:nvPr/>
          </p:nvSpPr>
          <p:spPr bwMode="auto">
            <a:xfrm>
              <a:off x="2832" y="1920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6" name="Line 27"/>
            <p:cNvSpPr>
              <a:spLocks noChangeShapeType="1"/>
            </p:cNvSpPr>
            <p:nvPr/>
          </p:nvSpPr>
          <p:spPr bwMode="auto">
            <a:xfrm>
              <a:off x="2304" y="216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7" name="Line 28"/>
            <p:cNvSpPr>
              <a:spLocks noChangeShapeType="1"/>
            </p:cNvSpPr>
            <p:nvPr/>
          </p:nvSpPr>
          <p:spPr bwMode="auto">
            <a:xfrm>
              <a:off x="2304" y="240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8" name="Text Box 29"/>
            <p:cNvSpPr txBox="1">
              <a:spLocks noChangeArrowheads="1"/>
            </p:cNvSpPr>
            <p:nvPr/>
          </p:nvSpPr>
          <p:spPr bwMode="auto">
            <a:xfrm>
              <a:off x="2582" y="2160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cs typeface="Arial" charset="0"/>
                </a:rPr>
                <a:t>7</a:t>
              </a:r>
            </a:p>
          </p:txBody>
        </p:sp>
        <p:sp>
          <p:nvSpPr>
            <p:cNvPr id="33809" name="Text Box 30"/>
            <p:cNvSpPr txBox="1">
              <a:spLocks noChangeArrowheads="1"/>
            </p:cNvSpPr>
            <p:nvPr/>
          </p:nvSpPr>
          <p:spPr bwMode="auto">
            <a:xfrm>
              <a:off x="2832" y="2160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>
                <a:cs typeface="Arial" charset="0"/>
              </a:endParaRPr>
            </a:p>
          </p:txBody>
        </p:sp>
        <p:sp>
          <p:nvSpPr>
            <p:cNvPr id="33810" name="Text Box 31"/>
            <p:cNvSpPr txBox="1">
              <a:spLocks noChangeArrowheads="1"/>
            </p:cNvSpPr>
            <p:nvPr/>
          </p:nvSpPr>
          <p:spPr bwMode="auto">
            <a:xfrm>
              <a:off x="2352" y="2160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>
                <a:cs typeface="Arial" charset="0"/>
              </a:endParaRPr>
            </a:p>
          </p:txBody>
        </p:sp>
        <p:sp>
          <p:nvSpPr>
            <p:cNvPr id="33811" name="Text Box 32"/>
            <p:cNvSpPr txBox="1">
              <a:spLocks noChangeArrowheads="1"/>
            </p:cNvSpPr>
            <p:nvPr/>
          </p:nvSpPr>
          <p:spPr bwMode="auto">
            <a:xfrm>
              <a:off x="2562" y="2400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>
                <a:cs typeface="Arial" charset="0"/>
              </a:endParaRPr>
            </a:p>
          </p:txBody>
        </p:sp>
        <p:sp>
          <p:nvSpPr>
            <p:cNvPr id="33812" name="Text Box 33"/>
            <p:cNvSpPr txBox="1">
              <a:spLocks noChangeArrowheads="1"/>
            </p:cNvSpPr>
            <p:nvPr/>
          </p:nvSpPr>
          <p:spPr bwMode="auto">
            <a:xfrm>
              <a:off x="2812" y="2400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>
                <a:cs typeface="Arial" charset="0"/>
              </a:endParaRPr>
            </a:p>
          </p:txBody>
        </p:sp>
        <p:sp>
          <p:nvSpPr>
            <p:cNvPr id="33813" name="Text Box 34"/>
            <p:cNvSpPr txBox="1">
              <a:spLocks noChangeArrowheads="1"/>
            </p:cNvSpPr>
            <p:nvPr/>
          </p:nvSpPr>
          <p:spPr bwMode="auto">
            <a:xfrm>
              <a:off x="2332" y="2400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>
                <a:cs typeface="Arial" charset="0"/>
              </a:endParaRPr>
            </a:p>
          </p:txBody>
        </p:sp>
        <p:sp>
          <p:nvSpPr>
            <p:cNvPr id="33814" name="Line 35"/>
            <p:cNvSpPr>
              <a:spLocks noChangeShapeType="1"/>
            </p:cNvSpPr>
            <p:nvPr/>
          </p:nvSpPr>
          <p:spPr bwMode="auto">
            <a:xfrm>
              <a:off x="2304" y="192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5" name="Line 36"/>
            <p:cNvSpPr>
              <a:spLocks noChangeShapeType="1"/>
            </p:cNvSpPr>
            <p:nvPr/>
          </p:nvSpPr>
          <p:spPr bwMode="auto">
            <a:xfrm>
              <a:off x="2304" y="216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6" name="Text Box 37"/>
            <p:cNvSpPr txBox="1">
              <a:spLocks noChangeArrowheads="1"/>
            </p:cNvSpPr>
            <p:nvPr/>
          </p:nvSpPr>
          <p:spPr bwMode="auto">
            <a:xfrm>
              <a:off x="2582" y="1920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>
                <a:cs typeface="Arial" charset="0"/>
              </a:endParaRPr>
            </a:p>
          </p:txBody>
        </p:sp>
        <p:sp>
          <p:nvSpPr>
            <p:cNvPr id="33817" name="Text Box 38"/>
            <p:cNvSpPr txBox="1">
              <a:spLocks noChangeArrowheads="1"/>
            </p:cNvSpPr>
            <p:nvPr/>
          </p:nvSpPr>
          <p:spPr bwMode="auto">
            <a:xfrm>
              <a:off x="2832" y="1920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>
                <a:cs typeface="Arial" charset="0"/>
              </a:endParaRPr>
            </a:p>
          </p:txBody>
        </p:sp>
        <p:sp>
          <p:nvSpPr>
            <p:cNvPr id="33818" name="Text Box 39"/>
            <p:cNvSpPr txBox="1">
              <a:spLocks noChangeArrowheads="1"/>
            </p:cNvSpPr>
            <p:nvPr/>
          </p:nvSpPr>
          <p:spPr bwMode="auto">
            <a:xfrm>
              <a:off x="2256" y="1920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>
                <a:cs typeface="Arial" charset="0"/>
              </a:endParaRPr>
            </a:p>
          </p:txBody>
        </p:sp>
      </p:grpSp>
      <p:sp>
        <p:nvSpPr>
          <p:cNvPr id="33800" name="Text Box 40"/>
          <p:cNvSpPr txBox="1">
            <a:spLocks noChangeArrowheads="1"/>
          </p:cNvSpPr>
          <p:nvPr/>
        </p:nvSpPr>
        <p:spPr bwMode="auto">
          <a:xfrm>
            <a:off x="5502275" y="4572000"/>
            <a:ext cx="2719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cs typeface="Arial" charset="0"/>
              </a:rPr>
              <a:t>Modified image data</a:t>
            </a:r>
          </a:p>
        </p:txBody>
      </p:sp>
      <p:sp>
        <p:nvSpPr>
          <p:cNvPr id="33801" name="Line 41"/>
          <p:cNvSpPr>
            <a:spLocks noChangeShapeType="1"/>
          </p:cNvSpPr>
          <p:nvPr/>
        </p:nvSpPr>
        <p:spPr bwMode="auto">
          <a:xfrm>
            <a:off x="3444875" y="3962400"/>
            <a:ext cx="1295400" cy="0"/>
          </a:xfrm>
          <a:prstGeom prst="line">
            <a:avLst/>
          </a:prstGeom>
          <a:noFill/>
          <a:ln w="152400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802" name="Text Box 42"/>
          <p:cNvSpPr txBox="1">
            <a:spLocks noChangeArrowheads="1"/>
          </p:cNvSpPr>
          <p:nvPr/>
        </p:nvSpPr>
        <p:spPr bwMode="auto">
          <a:xfrm>
            <a:off x="3289300" y="3352800"/>
            <a:ext cx="165942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Arial" charset="0"/>
              </a:rPr>
              <a:t>Some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/>
      <p:bldP spid="33800" grpId="0"/>
      <p:bldP spid="33801" grpId="0" animBg="1"/>
      <p:bldP spid="3380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Straight Arrow Connector 79"/>
          <p:cNvCxnSpPr>
            <a:stCxn id="61" idx="3"/>
            <a:endCxn id="34845" idx="1"/>
          </p:cNvCxnSpPr>
          <p:nvPr/>
        </p:nvCxnSpPr>
        <p:spPr>
          <a:xfrm>
            <a:off x="2405742" y="4991100"/>
            <a:ext cx="1175658" cy="1588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Linear filtering</a:t>
            </a:r>
          </a:p>
        </p:txBody>
      </p:sp>
      <p:sp>
        <p:nvSpPr>
          <p:cNvPr id="814083" name="Rectangle 3"/>
          <p:cNvSpPr>
            <a:spLocks noGrp="1" noChangeArrowheads="1"/>
          </p:cNvSpPr>
          <p:nvPr>
            <p:ph idx="1"/>
          </p:nvPr>
        </p:nvSpPr>
        <p:spPr>
          <a:xfrm>
            <a:off x="465138" y="1493838"/>
            <a:ext cx="8374062" cy="50593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/>
              <a:t>One simple version of filtering:  linear filtering 		(cross-correlation, convolution)</a:t>
            </a:r>
          </a:p>
          <a:p>
            <a:pPr lvl="1" eaLnBrk="1" hangingPunct="1"/>
            <a:r>
              <a:rPr lang="en-US" sz="2400" dirty="0"/>
              <a:t>Replace each pixel by a linear combination (a weighted sum) of its neighbors</a:t>
            </a:r>
          </a:p>
          <a:p>
            <a:pPr eaLnBrk="1" hangingPunct="1"/>
            <a:r>
              <a:rPr lang="en-US" sz="2800" dirty="0"/>
              <a:t>The prescription for the linear combination is called the “kernel” (or “mask”, “filter”)</a:t>
            </a:r>
          </a:p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3581403" y="4419600"/>
            <a:ext cx="1271588" cy="1219200"/>
            <a:chOff x="4896" y="1392"/>
            <a:chExt cx="801" cy="768"/>
          </a:xfrm>
        </p:grpSpPr>
        <p:sp>
          <p:nvSpPr>
            <p:cNvPr id="34843" name="Text Box 23"/>
            <p:cNvSpPr txBox="1">
              <a:spLocks noChangeArrowheads="1"/>
            </p:cNvSpPr>
            <p:nvPr/>
          </p:nvSpPr>
          <p:spPr bwMode="auto">
            <a:xfrm>
              <a:off x="5397" y="1872"/>
              <a:ext cx="3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dirty="0">
                  <a:cs typeface="Arial" charset="0"/>
                </a:rPr>
                <a:t>0.5</a:t>
              </a:r>
            </a:p>
          </p:txBody>
        </p:sp>
        <p:grpSp>
          <p:nvGrpSpPr>
            <p:cNvPr id="5" name="Group 24"/>
            <p:cNvGrpSpPr>
              <a:grpSpLocks/>
            </p:cNvGrpSpPr>
            <p:nvPr/>
          </p:nvGrpSpPr>
          <p:grpSpPr bwMode="auto">
            <a:xfrm>
              <a:off x="4896" y="1392"/>
              <a:ext cx="768" cy="768"/>
              <a:chOff x="4896" y="1392"/>
              <a:chExt cx="768" cy="768"/>
            </a:xfrm>
          </p:grpSpPr>
          <p:sp>
            <p:nvSpPr>
              <p:cNvPr id="34845" name="Rectangle 25"/>
              <p:cNvSpPr>
                <a:spLocks noChangeArrowheads="1"/>
              </p:cNvSpPr>
              <p:nvPr/>
            </p:nvSpPr>
            <p:spPr bwMode="auto">
              <a:xfrm>
                <a:off x="4896" y="1392"/>
                <a:ext cx="76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6" name="Line 26"/>
              <p:cNvSpPr>
                <a:spLocks noChangeShapeType="1"/>
              </p:cNvSpPr>
              <p:nvPr/>
            </p:nvSpPr>
            <p:spPr bwMode="auto">
              <a:xfrm>
                <a:off x="5136" y="1392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7" name="Line 27"/>
              <p:cNvSpPr>
                <a:spLocks noChangeShapeType="1"/>
              </p:cNvSpPr>
              <p:nvPr/>
            </p:nvSpPr>
            <p:spPr bwMode="auto">
              <a:xfrm>
                <a:off x="5424" y="1392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8" name="Line 28"/>
              <p:cNvSpPr>
                <a:spLocks noChangeShapeType="1"/>
              </p:cNvSpPr>
              <p:nvPr/>
            </p:nvSpPr>
            <p:spPr bwMode="auto">
              <a:xfrm>
                <a:off x="4896" y="1632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9" name="Line 29"/>
              <p:cNvSpPr>
                <a:spLocks noChangeShapeType="1"/>
              </p:cNvSpPr>
              <p:nvPr/>
            </p:nvSpPr>
            <p:spPr bwMode="auto">
              <a:xfrm>
                <a:off x="4896" y="1872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50" name="Text Box 30"/>
              <p:cNvSpPr txBox="1">
                <a:spLocks noChangeArrowheads="1"/>
              </p:cNvSpPr>
              <p:nvPr/>
            </p:nvSpPr>
            <p:spPr bwMode="auto">
              <a:xfrm>
                <a:off x="5115" y="1632"/>
                <a:ext cx="32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 eaLnBrk="0" hangingPunct="0"/>
                <a:r>
                  <a:rPr lang="en-US" dirty="0">
                    <a:cs typeface="Arial" charset="0"/>
                  </a:rPr>
                  <a:t>0.5</a:t>
                </a:r>
              </a:p>
            </p:txBody>
          </p:sp>
          <p:sp>
            <p:nvSpPr>
              <p:cNvPr id="34851" name="Text Box 31"/>
              <p:cNvSpPr txBox="1">
                <a:spLocks noChangeArrowheads="1"/>
              </p:cNvSpPr>
              <p:nvPr/>
            </p:nvSpPr>
            <p:spPr bwMode="auto">
              <a:xfrm>
                <a:off x="5452" y="1632"/>
                <a:ext cx="190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>
                    <a:cs typeface="Arial" charset="0"/>
                  </a:rPr>
                  <a:t>0</a:t>
                </a:r>
              </a:p>
            </p:txBody>
          </p:sp>
          <p:sp>
            <p:nvSpPr>
              <p:cNvPr id="34852" name="Text Box 32"/>
              <p:cNvSpPr txBox="1">
                <a:spLocks noChangeArrowheads="1"/>
              </p:cNvSpPr>
              <p:nvPr/>
            </p:nvSpPr>
            <p:spPr bwMode="auto">
              <a:xfrm>
                <a:off x="4913" y="1632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dirty="0">
                    <a:cs typeface="Arial" charset="0"/>
                  </a:rPr>
                  <a:t>0</a:t>
                </a:r>
              </a:p>
            </p:txBody>
          </p:sp>
          <p:sp>
            <p:nvSpPr>
              <p:cNvPr id="34853" name="Text Box 33"/>
              <p:cNvSpPr txBox="1">
                <a:spLocks noChangeArrowheads="1"/>
              </p:cNvSpPr>
              <p:nvPr/>
            </p:nvSpPr>
            <p:spPr bwMode="auto">
              <a:xfrm>
                <a:off x="5185" y="1872"/>
                <a:ext cx="190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dirty="0">
                    <a:cs typeface="Arial" charset="0"/>
                  </a:rPr>
                  <a:t>1</a:t>
                </a:r>
              </a:p>
            </p:txBody>
          </p:sp>
          <p:sp>
            <p:nvSpPr>
              <p:cNvPr id="34854" name="Text Box 34"/>
              <p:cNvSpPr txBox="1">
                <a:spLocks noChangeArrowheads="1"/>
              </p:cNvSpPr>
              <p:nvPr/>
            </p:nvSpPr>
            <p:spPr bwMode="auto">
              <a:xfrm>
                <a:off x="4913" y="1872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dirty="0">
                    <a:cs typeface="Arial" charset="0"/>
                  </a:rPr>
                  <a:t>0</a:t>
                </a:r>
              </a:p>
            </p:txBody>
          </p:sp>
          <p:sp>
            <p:nvSpPr>
              <p:cNvPr id="34855" name="Line 35"/>
              <p:cNvSpPr>
                <a:spLocks noChangeShapeType="1"/>
              </p:cNvSpPr>
              <p:nvPr/>
            </p:nvSpPr>
            <p:spPr bwMode="auto">
              <a:xfrm>
                <a:off x="4896" y="1632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56" name="Text Box 36"/>
              <p:cNvSpPr txBox="1">
                <a:spLocks noChangeArrowheads="1"/>
              </p:cNvSpPr>
              <p:nvPr/>
            </p:nvSpPr>
            <p:spPr bwMode="auto">
              <a:xfrm>
                <a:off x="5185" y="1392"/>
                <a:ext cx="190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dirty="0">
                    <a:cs typeface="Arial" charset="0"/>
                  </a:rPr>
                  <a:t>0</a:t>
                </a:r>
              </a:p>
            </p:txBody>
          </p:sp>
          <p:sp>
            <p:nvSpPr>
              <p:cNvPr id="34857" name="Text Box 37"/>
              <p:cNvSpPr txBox="1">
                <a:spLocks noChangeArrowheads="1"/>
              </p:cNvSpPr>
              <p:nvPr/>
            </p:nvSpPr>
            <p:spPr bwMode="auto">
              <a:xfrm>
                <a:off x="5452" y="1392"/>
                <a:ext cx="190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>
                    <a:cs typeface="Arial" charset="0"/>
                  </a:rPr>
                  <a:t>0</a:t>
                </a:r>
              </a:p>
            </p:txBody>
          </p:sp>
          <p:sp>
            <p:nvSpPr>
              <p:cNvPr id="34858" name="Text Box 38"/>
              <p:cNvSpPr txBox="1">
                <a:spLocks noChangeArrowheads="1"/>
              </p:cNvSpPr>
              <p:nvPr/>
            </p:nvSpPr>
            <p:spPr bwMode="auto">
              <a:xfrm>
                <a:off x="4913" y="1392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dirty="0">
                    <a:cs typeface="Arial" charset="0"/>
                  </a:rPr>
                  <a:t>0</a:t>
                </a:r>
              </a:p>
            </p:txBody>
          </p:sp>
        </p:grpSp>
      </p:grpSp>
      <p:sp>
        <p:nvSpPr>
          <p:cNvPr id="34824" name="Text Box 40"/>
          <p:cNvSpPr txBox="1">
            <a:spLocks noChangeArrowheads="1"/>
          </p:cNvSpPr>
          <p:nvPr/>
        </p:nvSpPr>
        <p:spPr bwMode="auto">
          <a:xfrm>
            <a:off x="3810000" y="5638800"/>
            <a:ext cx="9445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cs typeface="Arial" charset="0"/>
              </a:rPr>
              <a:t>kernel</a:t>
            </a:r>
          </a:p>
        </p:txBody>
      </p: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6019800" y="4419600"/>
            <a:ext cx="1295400" cy="1219200"/>
            <a:chOff x="2256" y="1920"/>
            <a:chExt cx="816" cy="768"/>
          </a:xfrm>
        </p:grpSpPr>
        <p:sp>
          <p:nvSpPr>
            <p:cNvPr id="34827" name="Rectangle 42"/>
            <p:cNvSpPr>
              <a:spLocks noChangeArrowheads="1"/>
            </p:cNvSpPr>
            <p:nvPr/>
          </p:nvSpPr>
          <p:spPr bwMode="auto">
            <a:xfrm>
              <a:off x="2304" y="1920"/>
              <a:ext cx="768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8" name="Line 43"/>
            <p:cNvSpPr>
              <a:spLocks noChangeShapeType="1"/>
            </p:cNvSpPr>
            <p:nvPr/>
          </p:nvSpPr>
          <p:spPr bwMode="auto">
            <a:xfrm>
              <a:off x="2544" y="1920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9" name="Line 44"/>
            <p:cNvSpPr>
              <a:spLocks noChangeShapeType="1"/>
            </p:cNvSpPr>
            <p:nvPr/>
          </p:nvSpPr>
          <p:spPr bwMode="auto">
            <a:xfrm>
              <a:off x="2832" y="1920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0" name="Line 45"/>
            <p:cNvSpPr>
              <a:spLocks noChangeShapeType="1"/>
            </p:cNvSpPr>
            <p:nvPr/>
          </p:nvSpPr>
          <p:spPr bwMode="auto">
            <a:xfrm>
              <a:off x="2304" y="216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1" name="Line 46"/>
            <p:cNvSpPr>
              <a:spLocks noChangeShapeType="1"/>
            </p:cNvSpPr>
            <p:nvPr/>
          </p:nvSpPr>
          <p:spPr bwMode="auto">
            <a:xfrm>
              <a:off x="2304" y="240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2" name="Text Box 47"/>
            <p:cNvSpPr txBox="1">
              <a:spLocks noChangeArrowheads="1"/>
            </p:cNvSpPr>
            <p:nvPr/>
          </p:nvSpPr>
          <p:spPr bwMode="auto">
            <a:xfrm>
              <a:off x="2582" y="216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dirty="0">
                  <a:cs typeface="Arial" charset="0"/>
                </a:rPr>
                <a:t>8</a:t>
              </a:r>
            </a:p>
          </p:txBody>
        </p:sp>
        <p:sp>
          <p:nvSpPr>
            <p:cNvPr id="34833" name="Text Box 48"/>
            <p:cNvSpPr txBox="1">
              <a:spLocks noChangeArrowheads="1"/>
            </p:cNvSpPr>
            <p:nvPr/>
          </p:nvSpPr>
          <p:spPr bwMode="auto">
            <a:xfrm>
              <a:off x="2832" y="2160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>
                <a:cs typeface="Arial" charset="0"/>
              </a:endParaRPr>
            </a:p>
          </p:txBody>
        </p:sp>
        <p:sp>
          <p:nvSpPr>
            <p:cNvPr id="34834" name="Text Box 49"/>
            <p:cNvSpPr txBox="1">
              <a:spLocks noChangeArrowheads="1"/>
            </p:cNvSpPr>
            <p:nvPr/>
          </p:nvSpPr>
          <p:spPr bwMode="auto">
            <a:xfrm>
              <a:off x="2352" y="2160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>
                <a:cs typeface="Arial" charset="0"/>
              </a:endParaRPr>
            </a:p>
          </p:txBody>
        </p:sp>
        <p:sp>
          <p:nvSpPr>
            <p:cNvPr id="34835" name="Text Box 50"/>
            <p:cNvSpPr txBox="1">
              <a:spLocks noChangeArrowheads="1"/>
            </p:cNvSpPr>
            <p:nvPr/>
          </p:nvSpPr>
          <p:spPr bwMode="auto">
            <a:xfrm>
              <a:off x="2562" y="2400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>
                <a:cs typeface="Arial" charset="0"/>
              </a:endParaRPr>
            </a:p>
          </p:txBody>
        </p:sp>
        <p:sp>
          <p:nvSpPr>
            <p:cNvPr id="34836" name="Text Box 51"/>
            <p:cNvSpPr txBox="1">
              <a:spLocks noChangeArrowheads="1"/>
            </p:cNvSpPr>
            <p:nvPr/>
          </p:nvSpPr>
          <p:spPr bwMode="auto">
            <a:xfrm>
              <a:off x="2812" y="2400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>
                <a:cs typeface="Arial" charset="0"/>
              </a:endParaRPr>
            </a:p>
          </p:txBody>
        </p:sp>
        <p:sp>
          <p:nvSpPr>
            <p:cNvPr id="34837" name="Text Box 52"/>
            <p:cNvSpPr txBox="1">
              <a:spLocks noChangeArrowheads="1"/>
            </p:cNvSpPr>
            <p:nvPr/>
          </p:nvSpPr>
          <p:spPr bwMode="auto">
            <a:xfrm>
              <a:off x="2332" y="2400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>
                <a:cs typeface="Arial" charset="0"/>
              </a:endParaRPr>
            </a:p>
          </p:txBody>
        </p:sp>
        <p:sp>
          <p:nvSpPr>
            <p:cNvPr id="34838" name="Line 53"/>
            <p:cNvSpPr>
              <a:spLocks noChangeShapeType="1"/>
            </p:cNvSpPr>
            <p:nvPr/>
          </p:nvSpPr>
          <p:spPr bwMode="auto">
            <a:xfrm>
              <a:off x="2304" y="192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9" name="Line 54"/>
            <p:cNvSpPr>
              <a:spLocks noChangeShapeType="1"/>
            </p:cNvSpPr>
            <p:nvPr/>
          </p:nvSpPr>
          <p:spPr bwMode="auto">
            <a:xfrm>
              <a:off x="2304" y="216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0" name="Text Box 55"/>
            <p:cNvSpPr txBox="1">
              <a:spLocks noChangeArrowheads="1"/>
            </p:cNvSpPr>
            <p:nvPr/>
          </p:nvSpPr>
          <p:spPr bwMode="auto">
            <a:xfrm>
              <a:off x="2582" y="1920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>
                <a:cs typeface="Arial" charset="0"/>
              </a:endParaRPr>
            </a:p>
          </p:txBody>
        </p:sp>
        <p:sp>
          <p:nvSpPr>
            <p:cNvPr id="34841" name="Text Box 56"/>
            <p:cNvSpPr txBox="1">
              <a:spLocks noChangeArrowheads="1"/>
            </p:cNvSpPr>
            <p:nvPr/>
          </p:nvSpPr>
          <p:spPr bwMode="auto">
            <a:xfrm>
              <a:off x="2832" y="1920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>
                <a:cs typeface="Arial" charset="0"/>
              </a:endParaRPr>
            </a:p>
          </p:txBody>
        </p:sp>
        <p:sp>
          <p:nvSpPr>
            <p:cNvPr id="34842" name="Text Box 57"/>
            <p:cNvSpPr txBox="1">
              <a:spLocks noChangeArrowheads="1"/>
            </p:cNvSpPr>
            <p:nvPr/>
          </p:nvSpPr>
          <p:spPr bwMode="auto">
            <a:xfrm>
              <a:off x="2256" y="1920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>
                <a:cs typeface="Arial" charset="0"/>
              </a:endParaRPr>
            </a:p>
          </p:txBody>
        </p:sp>
      </p:grpSp>
      <p:sp>
        <p:nvSpPr>
          <p:cNvPr id="34826" name="Text Box 58"/>
          <p:cNvSpPr txBox="1">
            <a:spLocks noChangeArrowheads="1"/>
          </p:cNvSpPr>
          <p:nvPr/>
        </p:nvSpPr>
        <p:spPr bwMode="auto">
          <a:xfrm>
            <a:off x="5738812" y="5638800"/>
            <a:ext cx="2719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cs typeface="Arial" charset="0"/>
              </a:rPr>
              <a:t>Modified image data</a:t>
            </a:r>
          </a:p>
        </p:txBody>
      </p:sp>
      <p:sp>
        <p:nvSpPr>
          <p:cNvPr id="59" name="Text Box 10"/>
          <p:cNvSpPr txBox="1">
            <a:spLocks noChangeArrowheads="1"/>
          </p:cNvSpPr>
          <p:nvPr/>
        </p:nvSpPr>
        <p:spPr bwMode="auto">
          <a:xfrm>
            <a:off x="7620000" y="6553200"/>
            <a:ext cx="13730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/>
              <a:t>Source: L. Zhang</a:t>
            </a:r>
          </a:p>
        </p:txBody>
      </p:sp>
      <p:sp>
        <p:nvSpPr>
          <p:cNvPr id="34823" name="Text Box 39"/>
          <p:cNvSpPr txBox="1">
            <a:spLocks noChangeArrowheads="1"/>
          </p:cNvSpPr>
          <p:nvPr/>
        </p:nvSpPr>
        <p:spPr bwMode="auto">
          <a:xfrm>
            <a:off x="914401" y="5638800"/>
            <a:ext cx="1828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dirty="0">
                <a:cs typeface="Arial" charset="0"/>
              </a:rPr>
              <a:t>Local image data</a:t>
            </a:r>
          </a:p>
        </p:txBody>
      </p:sp>
      <p:grpSp>
        <p:nvGrpSpPr>
          <p:cNvPr id="60" name="Group 5"/>
          <p:cNvGrpSpPr>
            <a:grpSpLocks/>
          </p:cNvGrpSpPr>
          <p:nvPr/>
        </p:nvGrpSpPr>
        <p:grpSpPr bwMode="auto">
          <a:xfrm>
            <a:off x="1164317" y="4419600"/>
            <a:ext cx="1241425" cy="1143000"/>
            <a:chOff x="2290" y="1920"/>
            <a:chExt cx="782" cy="720"/>
          </a:xfrm>
        </p:grpSpPr>
        <p:sp>
          <p:nvSpPr>
            <p:cNvPr id="61" name="Rectangle 6"/>
            <p:cNvSpPr>
              <a:spLocks noChangeArrowheads="1"/>
            </p:cNvSpPr>
            <p:nvPr/>
          </p:nvSpPr>
          <p:spPr bwMode="auto">
            <a:xfrm>
              <a:off x="2304" y="1920"/>
              <a:ext cx="768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7"/>
            <p:cNvSpPr>
              <a:spLocks noChangeShapeType="1"/>
            </p:cNvSpPr>
            <p:nvPr/>
          </p:nvSpPr>
          <p:spPr bwMode="auto">
            <a:xfrm>
              <a:off x="2565" y="1920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8"/>
            <p:cNvSpPr>
              <a:spLocks noChangeShapeType="1"/>
            </p:cNvSpPr>
            <p:nvPr/>
          </p:nvSpPr>
          <p:spPr bwMode="auto">
            <a:xfrm>
              <a:off x="2825" y="1920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Line 9"/>
            <p:cNvSpPr>
              <a:spLocks noChangeShapeType="1"/>
            </p:cNvSpPr>
            <p:nvPr/>
          </p:nvSpPr>
          <p:spPr bwMode="auto">
            <a:xfrm>
              <a:off x="2304" y="216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Line 10"/>
            <p:cNvSpPr>
              <a:spLocks noChangeShapeType="1"/>
            </p:cNvSpPr>
            <p:nvPr/>
          </p:nvSpPr>
          <p:spPr bwMode="auto">
            <a:xfrm>
              <a:off x="2304" y="240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Text Box 11"/>
            <p:cNvSpPr txBox="1">
              <a:spLocks noChangeArrowheads="1"/>
            </p:cNvSpPr>
            <p:nvPr/>
          </p:nvSpPr>
          <p:spPr bwMode="auto">
            <a:xfrm>
              <a:off x="2591" y="216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dirty="0">
                  <a:cs typeface="Arial" charset="0"/>
                </a:rPr>
                <a:t>6</a:t>
              </a:r>
            </a:p>
          </p:txBody>
        </p:sp>
        <p:sp>
          <p:nvSpPr>
            <p:cNvPr id="67" name="Text Box 12"/>
            <p:cNvSpPr txBox="1">
              <a:spLocks noChangeArrowheads="1"/>
            </p:cNvSpPr>
            <p:nvPr/>
          </p:nvSpPr>
          <p:spPr bwMode="auto">
            <a:xfrm>
              <a:off x="2856" y="216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>
                  <a:cs typeface="Arial" charset="0"/>
                </a:rPr>
                <a:t>1</a:t>
              </a:r>
            </a:p>
          </p:txBody>
        </p:sp>
        <p:sp>
          <p:nvSpPr>
            <p:cNvPr id="68" name="Text Box 13"/>
            <p:cNvSpPr txBox="1">
              <a:spLocks noChangeArrowheads="1"/>
            </p:cNvSpPr>
            <p:nvPr/>
          </p:nvSpPr>
          <p:spPr bwMode="auto">
            <a:xfrm>
              <a:off x="2327" y="216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dirty="0">
                  <a:cs typeface="Arial" charset="0"/>
                </a:rPr>
                <a:t>4</a:t>
              </a:r>
            </a:p>
          </p:txBody>
        </p:sp>
        <p:sp>
          <p:nvSpPr>
            <p:cNvPr id="69" name="Text Box 14"/>
            <p:cNvSpPr txBox="1">
              <a:spLocks noChangeArrowheads="1"/>
            </p:cNvSpPr>
            <p:nvPr/>
          </p:nvSpPr>
          <p:spPr bwMode="auto">
            <a:xfrm>
              <a:off x="2591" y="240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dirty="0">
                  <a:cs typeface="Arial" charset="0"/>
                </a:rPr>
                <a:t>1</a:t>
              </a:r>
            </a:p>
          </p:txBody>
        </p:sp>
        <p:sp>
          <p:nvSpPr>
            <p:cNvPr id="70" name="Text Box 15"/>
            <p:cNvSpPr txBox="1">
              <a:spLocks noChangeArrowheads="1"/>
            </p:cNvSpPr>
            <p:nvPr/>
          </p:nvSpPr>
          <p:spPr bwMode="auto">
            <a:xfrm>
              <a:off x="2856" y="240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dirty="0">
                  <a:cs typeface="Arial" charset="0"/>
                </a:rPr>
                <a:t>8</a:t>
              </a:r>
            </a:p>
          </p:txBody>
        </p:sp>
        <p:sp>
          <p:nvSpPr>
            <p:cNvPr id="71" name="Text Box 16"/>
            <p:cNvSpPr txBox="1">
              <a:spLocks noChangeArrowheads="1"/>
            </p:cNvSpPr>
            <p:nvPr/>
          </p:nvSpPr>
          <p:spPr bwMode="auto">
            <a:xfrm>
              <a:off x="2327" y="240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>
                  <a:cs typeface="Arial" charset="0"/>
                </a:rPr>
                <a:t>1</a:t>
              </a:r>
            </a:p>
          </p:txBody>
        </p:sp>
        <p:sp>
          <p:nvSpPr>
            <p:cNvPr id="72" name="Line 17"/>
            <p:cNvSpPr>
              <a:spLocks noChangeShapeType="1"/>
            </p:cNvSpPr>
            <p:nvPr/>
          </p:nvSpPr>
          <p:spPr bwMode="auto">
            <a:xfrm>
              <a:off x="2304" y="192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Line 18"/>
            <p:cNvSpPr>
              <a:spLocks noChangeShapeType="1"/>
            </p:cNvSpPr>
            <p:nvPr/>
          </p:nvSpPr>
          <p:spPr bwMode="auto">
            <a:xfrm>
              <a:off x="2304" y="216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Text Box 19"/>
            <p:cNvSpPr txBox="1">
              <a:spLocks noChangeArrowheads="1"/>
            </p:cNvSpPr>
            <p:nvPr/>
          </p:nvSpPr>
          <p:spPr bwMode="auto">
            <a:xfrm>
              <a:off x="2591" y="192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dirty="0">
                  <a:cs typeface="Arial" charset="0"/>
                </a:rPr>
                <a:t>5</a:t>
              </a:r>
            </a:p>
          </p:txBody>
        </p:sp>
        <p:sp>
          <p:nvSpPr>
            <p:cNvPr id="75" name="Text Box 20"/>
            <p:cNvSpPr txBox="1">
              <a:spLocks noChangeArrowheads="1"/>
            </p:cNvSpPr>
            <p:nvPr/>
          </p:nvSpPr>
          <p:spPr bwMode="auto">
            <a:xfrm>
              <a:off x="2856" y="192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>
                  <a:cs typeface="Arial" charset="0"/>
                </a:rPr>
                <a:t>3</a:t>
              </a:r>
            </a:p>
          </p:txBody>
        </p:sp>
        <p:sp>
          <p:nvSpPr>
            <p:cNvPr id="76" name="Text Box 21"/>
            <p:cNvSpPr txBox="1">
              <a:spLocks noChangeArrowheads="1"/>
            </p:cNvSpPr>
            <p:nvPr/>
          </p:nvSpPr>
          <p:spPr bwMode="auto">
            <a:xfrm>
              <a:off x="2290" y="1920"/>
              <a:ext cx="26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dirty="0">
                  <a:cs typeface="Arial" charset="0"/>
                </a:rPr>
                <a:t>10</a:t>
              </a:r>
            </a:p>
          </p:txBody>
        </p:sp>
      </p:grpSp>
      <p:cxnSp>
        <p:nvCxnSpPr>
          <p:cNvPr id="83" name="Straight Arrow Connector 82"/>
          <p:cNvCxnSpPr>
            <a:stCxn id="34845" idx="3"/>
            <a:endCxn id="34827" idx="1"/>
          </p:cNvCxnSpPr>
          <p:nvPr/>
        </p:nvCxnSpPr>
        <p:spPr>
          <a:xfrm>
            <a:off x="4800600" y="4991100"/>
            <a:ext cx="1295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4083" grpId="0" build="p" autoUpdateAnimBg="0"/>
      <p:bldP spid="34824" grpId="0"/>
      <p:bldP spid="34826" grpId="0"/>
      <p:bldP spid="348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Cross-correlation</a:t>
            </a:r>
          </a:p>
        </p:txBody>
      </p:sp>
      <p:pic>
        <p:nvPicPr>
          <p:cNvPr id="6" name="Picture 8" descr="Edittex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63698" y="2813050"/>
            <a:ext cx="7295944" cy="107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1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26204" y="4173764"/>
            <a:ext cx="7537439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50000"/>
              </a:spcBef>
              <a:spcAft>
                <a:spcPct val="50000"/>
              </a:spcAft>
            </a:pPr>
            <a:r>
              <a:rPr lang="en-US" sz="2800" baseline="0" dirty="0"/>
              <a:t>This is called a </a:t>
            </a:r>
            <a:r>
              <a:rPr lang="en-US" sz="2800" b="1" baseline="0" dirty="0"/>
              <a:t>cross-correlation</a:t>
            </a:r>
            <a:r>
              <a:rPr lang="en-US" sz="2800" baseline="0" dirty="0"/>
              <a:t> operation:</a:t>
            </a:r>
          </a:p>
          <a:p>
            <a:pPr marL="342900" indent="-342900">
              <a:spcBef>
                <a:spcPct val="50000"/>
              </a:spcBef>
              <a:spcAft>
                <a:spcPct val="50000"/>
              </a:spcAft>
            </a:pPr>
            <a:endParaRPr lang="en-US" sz="2800" baseline="0" dirty="0"/>
          </a:p>
        </p:txBody>
      </p:sp>
      <p:pic>
        <p:nvPicPr>
          <p:cNvPr id="9" name="Picture 11" descr="Edittex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407916" y="4790904"/>
            <a:ext cx="3535684" cy="549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1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29801" y="1586291"/>
            <a:ext cx="7930243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50000"/>
              </a:spcBef>
              <a:spcAft>
                <a:spcPct val="50000"/>
              </a:spcAft>
            </a:pPr>
            <a:r>
              <a:rPr lang="en-US" sz="2800" baseline="0" dirty="0"/>
              <a:t>Let      be the image,      be the kernel (of size 2</a:t>
            </a:r>
            <a:r>
              <a:rPr lang="en-US" sz="2800" i="1" baseline="0" dirty="0"/>
              <a:t>k</a:t>
            </a:r>
            <a:r>
              <a:rPr lang="en-US" sz="2800" baseline="0" dirty="0"/>
              <a:t>+1 x 2</a:t>
            </a:r>
            <a:r>
              <a:rPr lang="en-US" sz="2800" i="1" baseline="0" dirty="0"/>
              <a:t>k</a:t>
            </a:r>
            <a:r>
              <a:rPr lang="en-US" sz="2800" baseline="0" dirty="0"/>
              <a:t>+1), and      be the output image</a:t>
            </a:r>
          </a:p>
          <a:p>
            <a:pPr marL="342900" indent="-342900">
              <a:spcBef>
                <a:spcPct val="50000"/>
              </a:spcBef>
              <a:spcAft>
                <a:spcPct val="50000"/>
              </a:spcAft>
            </a:pPr>
            <a:endParaRPr lang="en-US" sz="2800" baseline="0" dirty="0"/>
          </a:p>
          <a:p>
            <a:pPr marL="342900" indent="-342900">
              <a:spcBef>
                <a:spcPct val="50000"/>
              </a:spcBef>
              <a:spcAft>
                <a:spcPct val="50000"/>
              </a:spcAft>
            </a:pPr>
            <a:endParaRPr lang="en-US" sz="2800" dirty="0"/>
          </a:p>
          <a:p>
            <a:pPr marL="342900" indent="-342900">
              <a:spcBef>
                <a:spcPct val="50000"/>
              </a:spcBef>
              <a:spcAft>
                <a:spcPct val="50000"/>
              </a:spcAft>
            </a:pPr>
            <a:endParaRPr lang="en-US" sz="2800" dirty="0"/>
          </a:p>
          <a:p>
            <a:pPr marL="457200" indent="-457200">
              <a:spcBef>
                <a:spcPct val="50000"/>
              </a:spcBef>
              <a:spcAft>
                <a:spcPct val="50000"/>
              </a:spcAft>
              <a:buFont typeface="Arial" pitchFamily="34" charset="0"/>
              <a:buChar char="•"/>
            </a:pPr>
            <a:r>
              <a:rPr lang="en-US" sz="2800" dirty="0"/>
              <a:t>Can think of as a “dot product” between local neighborhood and kernel for each pixel</a:t>
            </a:r>
            <a:endParaRPr lang="en-US" sz="2800" baseline="0" dirty="0"/>
          </a:p>
        </p:txBody>
      </p:sp>
      <p:pic>
        <p:nvPicPr>
          <p:cNvPr id="40961" name="Picture 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125227" y="2071548"/>
            <a:ext cx="38644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093629" y="1676400"/>
            <a:ext cx="4392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447800" y="1670050"/>
            <a:ext cx="381000" cy="321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305" y="16764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/>
              <a:t>Same as cross-correlation, except that the kernel is “flipped” (horizontally and vertically)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Convolution is </a:t>
            </a:r>
            <a:r>
              <a:rPr lang="en-US" b="1" dirty="0"/>
              <a:t>commutative</a:t>
            </a:r>
            <a:r>
              <a:rPr lang="en-US" dirty="0"/>
              <a:t> and </a:t>
            </a:r>
            <a:r>
              <a:rPr lang="en-US" b="1" dirty="0"/>
              <a:t>associative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i="1" dirty="0"/>
              <a:t>-</a:t>
            </a:r>
            <a:r>
              <a:rPr lang="en-US" i="1" dirty="0"/>
              <a:t>F*G = G*F (commutative)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i="1" dirty="0"/>
              <a:t>- </a:t>
            </a:r>
            <a:r>
              <a:rPr lang="en-US" i="1" dirty="0"/>
              <a:t>F*(G*I) = (F*G)*I  (associative)</a:t>
            </a:r>
          </a:p>
          <a:p>
            <a:endParaRPr lang="en-US" b="1" dirty="0"/>
          </a:p>
        </p:txBody>
      </p:sp>
      <p:sp>
        <p:nvSpPr>
          <p:cNvPr id="5" name="Rectangle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562100" y="4092575"/>
            <a:ext cx="72009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50000"/>
              </a:spcBef>
              <a:spcAft>
                <a:spcPct val="50000"/>
              </a:spcAft>
            </a:pPr>
            <a:r>
              <a:rPr lang="en-US" sz="2800" baseline="0" dirty="0"/>
              <a:t>This is called a </a:t>
            </a:r>
            <a:r>
              <a:rPr lang="en-US" sz="2800" b="1" baseline="0" dirty="0"/>
              <a:t>convolution</a:t>
            </a:r>
            <a:r>
              <a:rPr lang="en-US" sz="2800" baseline="0" dirty="0"/>
              <a:t> operation:</a:t>
            </a:r>
          </a:p>
        </p:txBody>
      </p:sp>
      <p:pic>
        <p:nvPicPr>
          <p:cNvPr id="4608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3000" y="2743200"/>
            <a:ext cx="6629400" cy="1186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48000" y="4495800"/>
            <a:ext cx="2438400" cy="591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filtering</a:t>
            </a:r>
          </a:p>
        </p:txBody>
      </p:sp>
      <p:graphicFrame>
        <p:nvGraphicFramePr>
          <p:cNvPr id="12" name="Group 38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133598" y="2125657"/>
          <a:ext cx="3124202" cy="2692840"/>
        </p:xfrm>
        <a:graphic>
          <a:graphicData uri="http://schemas.openxmlformats.org/drawingml/2006/table">
            <a:tbl>
              <a:tblPr/>
              <a:tblGrid>
                <a:gridCol w="312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2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26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2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13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26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2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9284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284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284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284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284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284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284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284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284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284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754" marB="3675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68127" y="2971800"/>
          <a:ext cx="979673" cy="844869"/>
        </p:xfrm>
        <a:graphic>
          <a:graphicData uri="http://schemas.openxmlformats.org/drawingml/2006/table">
            <a:tbl>
              <a:tblPr/>
              <a:tblGrid>
                <a:gridCol w="327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623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1</a:t>
                      </a:r>
                    </a:p>
                  </a:txBody>
                  <a:tcPr marL="0" marR="0" marT="38439" marB="3843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1</a:t>
                      </a:r>
                    </a:p>
                  </a:txBody>
                  <a:tcPr marL="0" marR="0" marT="38439" marB="3843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1</a:t>
                      </a:r>
                    </a:p>
                  </a:txBody>
                  <a:tcPr marL="0" marR="0" marT="38439" marB="3843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623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1</a:t>
                      </a:r>
                    </a:p>
                  </a:txBody>
                  <a:tcPr marL="0" marR="0" marT="38439" marB="3843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1</a:t>
                      </a:r>
                    </a:p>
                  </a:txBody>
                  <a:tcPr marL="0" marR="0" marT="38439" marB="3843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1</a:t>
                      </a:r>
                    </a:p>
                  </a:txBody>
                  <a:tcPr marL="0" marR="0" marT="38439" marB="3843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623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1</a:t>
                      </a:r>
                    </a:p>
                  </a:txBody>
                  <a:tcPr marL="0" marR="0" marT="38439" marB="3843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1</a:t>
                      </a:r>
                    </a:p>
                  </a:txBody>
                  <a:tcPr marL="0" marR="0" marT="38439" marB="3843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Myriad Roman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1</a:t>
                      </a:r>
                    </a:p>
                  </a:txBody>
                  <a:tcPr marL="0" marR="0" marT="38439" marB="3843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417333" y="2819400"/>
            <a:ext cx="7489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Times New Roman" pitchFamily="18" charset="0"/>
                <a:cs typeface="Times New Roman" pitchFamily="18" charset="0"/>
              </a:rPr>
              <a:t>*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1555" y="3015342"/>
            <a:ext cx="202047" cy="75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/>
          <p:cNvSpPr txBox="1"/>
          <p:nvPr/>
        </p:nvSpPr>
        <p:spPr>
          <a:xfrm>
            <a:off x="5321388" y="2895600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cs typeface="Times New Roman" pitchFamily="18" charset="0"/>
              </a:rPr>
              <a:t>=</a:t>
            </a:r>
          </a:p>
        </p:txBody>
      </p:sp>
      <p:graphicFrame>
        <p:nvGraphicFramePr>
          <p:cNvPr id="21" name="Group 12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943600" y="2133600"/>
          <a:ext cx="3094218" cy="2667000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96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96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84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9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96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10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20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30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30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30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20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10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20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40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60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60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60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40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20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30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60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60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30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30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50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80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80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60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30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30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50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80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80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90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60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30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20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30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50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50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60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40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20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10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20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30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30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30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30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20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10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10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10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10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0</a:t>
                      </a: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marT="36403" marB="364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2" name="Rectangle 25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553200" y="3990878"/>
            <a:ext cx="303355" cy="265436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25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438398" y="3748118"/>
            <a:ext cx="957942" cy="82388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4" name="Picture 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239000" y="4887684"/>
            <a:ext cx="462643" cy="456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31411" y="3925527"/>
            <a:ext cx="525812" cy="456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428998" y="4953000"/>
            <a:ext cx="456127" cy="385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4" name="Group 33"/>
          <p:cNvGrpSpPr/>
          <p:nvPr/>
        </p:nvGrpSpPr>
        <p:grpSpPr>
          <a:xfrm>
            <a:off x="32658" y="2971800"/>
            <a:ext cx="1382482" cy="838200"/>
            <a:chOff x="32658" y="2971800"/>
            <a:chExt cx="1382482" cy="838200"/>
          </a:xfrm>
        </p:grpSpPr>
        <p:sp>
          <p:nvSpPr>
            <p:cNvPr id="19" name="Rectangle 18"/>
            <p:cNvSpPr/>
            <p:nvPr/>
          </p:nvSpPr>
          <p:spPr>
            <a:xfrm>
              <a:off x="522514" y="3037114"/>
              <a:ext cx="22860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22514" y="3320144"/>
              <a:ext cx="22860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33400" y="3592288"/>
              <a:ext cx="22860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38200" y="3603170"/>
              <a:ext cx="22860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38200" y="3309258"/>
              <a:ext cx="22860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49086" y="3037114"/>
              <a:ext cx="22860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175658" y="3037114"/>
              <a:ext cx="22860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186540" y="3320142"/>
              <a:ext cx="22860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175656" y="3603170"/>
              <a:ext cx="22860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2658" y="2971800"/>
              <a:ext cx="381000" cy="838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F31C39F-F913-A8ED-FA8F-8710A9DD415F}"/>
              </a:ext>
            </a:extLst>
          </p:cNvPr>
          <p:cNvSpPr txBox="1"/>
          <p:nvPr/>
        </p:nvSpPr>
        <p:spPr>
          <a:xfrm>
            <a:off x="343602" y="2227499"/>
            <a:ext cx="1735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1/9 for each pixel in 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5-01-25 at 1.59.30 PM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5" t="26016" r="13767" b="21084"/>
          <a:stretch/>
        </p:blipFill>
        <p:spPr>
          <a:xfrm>
            <a:off x="1240364" y="1772188"/>
            <a:ext cx="6644813" cy="360345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filtering/Moving average</a:t>
            </a:r>
          </a:p>
        </p:txBody>
      </p:sp>
    </p:spTree>
    <p:extLst>
      <p:ext uri="{BB962C8B-B14F-4D97-AF65-F5344CB8AC3E}">
        <p14:creationId xmlns:p14="http://schemas.microsoft.com/office/powerpoint/2010/main" val="2308010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5-01-25 at 1.59.37 PM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67" t="23904" r="13132" b="24414"/>
          <a:stretch/>
        </p:blipFill>
        <p:spPr>
          <a:xfrm>
            <a:off x="1520924" y="1639274"/>
            <a:ext cx="6423318" cy="3544377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filtering/Moving average</a:t>
            </a:r>
          </a:p>
        </p:txBody>
      </p:sp>
    </p:spTree>
    <p:extLst>
      <p:ext uri="{BB962C8B-B14F-4D97-AF65-F5344CB8AC3E}">
        <p14:creationId xmlns:p14="http://schemas.microsoft.com/office/powerpoint/2010/main" val="3641727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5-01-25 at 1.59.42 PM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5" t="24549" r="13860" b="24199"/>
          <a:stretch/>
        </p:blipFill>
        <p:spPr>
          <a:xfrm>
            <a:off x="1506157" y="1683578"/>
            <a:ext cx="6364254" cy="3514841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filtering/Moving average</a:t>
            </a:r>
          </a:p>
        </p:txBody>
      </p:sp>
    </p:spTree>
    <p:extLst>
      <p:ext uri="{BB962C8B-B14F-4D97-AF65-F5344CB8AC3E}">
        <p14:creationId xmlns:p14="http://schemas.microsoft.com/office/powerpoint/2010/main" val="1023962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5-01-25 at 1.59.48 PM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06" t="23257" r="13616" b="24199"/>
          <a:stretch/>
        </p:blipFill>
        <p:spPr>
          <a:xfrm>
            <a:off x="1506158" y="1594970"/>
            <a:ext cx="6393786" cy="3603449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filtering/Moving average</a:t>
            </a:r>
          </a:p>
        </p:txBody>
      </p:sp>
    </p:spTree>
    <p:extLst>
      <p:ext uri="{BB962C8B-B14F-4D97-AF65-F5344CB8AC3E}">
        <p14:creationId xmlns:p14="http://schemas.microsoft.com/office/powerpoint/2010/main" val="7992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5-01-25 at 1.59.53 PM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51" t="24765" r="11676" b="24415"/>
          <a:stretch/>
        </p:blipFill>
        <p:spPr>
          <a:xfrm>
            <a:off x="1373261" y="1698346"/>
            <a:ext cx="6703877" cy="3485305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filtering/Moving average</a:t>
            </a:r>
          </a:p>
        </p:txBody>
      </p:sp>
    </p:spTree>
    <p:extLst>
      <p:ext uri="{BB962C8B-B14F-4D97-AF65-F5344CB8AC3E}">
        <p14:creationId xmlns:p14="http://schemas.microsoft.com/office/powerpoint/2010/main" val="2367655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5-01-25 at 1.59.58 PM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91" t="24980" r="12000" b="23984"/>
          <a:stretch/>
        </p:blipFill>
        <p:spPr>
          <a:xfrm>
            <a:off x="1550456" y="1713115"/>
            <a:ext cx="6497150" cy="3500074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filtering/Moving average</a:t>
            </a:r>
          </a:p>
        </p:txBody>
      </p:sp>
    </p:spTree>
    <p:extLst>
      <p:ext uri="{BB962C8B-B14F-4D97-AF65-F5344CB8AC3E}">
        <p14:creationId xmlns:p14="http://schemas.microsoft.com/office/powerpoint/2010/main" val="8188921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filters: examples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886200" y="2971800"/>
            <a:ext cx="1225550" cy="1295400"/>
            <a:chOff x="144" y="144"/>
            <a:chExt cx="1152" cy="1136"/>
          </a:xfrm>
        </p:grpSpPr>
        <p:sp>
          <p:nvSpPr>
            <p:cNvPr id="18441" name="Rectangle 4"/>
            <p:cNvSpPr>
              <a:spLocks noChangeArrowheads="1"/>
            </p:cNvSpPr>
            <p:nvPr/>
          </p:nvSpPr>
          <p:spPr bwMode="auto">
            <a:xfrm>
              <a:off x="912" y="901"/>
              <a:ext cx="384" cy="379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18442" name="Rectangle 5"/>
            <p:cNvSpPr>
              <a:spLocks noChangeArrowheads="1"/>
            </p:cNvSpPr>
            <p:nvPr/>
          </p:nvSpPr>
          <p:spPr bwMode="auto">
            <a:xfrm>
              <a:off x="528" y="901"/>
              <a:ext cx="384" cy="379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18443" name="Rectangle 6"/>
            <p:cNvSpPr>
              <a:spLocks noChangeArrowheads="1"/>
            </p:cNvSpPr>
            <p:nvPr/>
          </p:nvSpPr>
          <p:spPr bwMode="auto">
            <a:xfrm>
              <a:off x="144" y="901"/>
              <a:ext cx="384" cy="379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18444" name="Rectangle 7"/>
            <p:cNvSpPr>
              <a:spLocks noChangeArrowheads="1"/>
            </p:cNvSpPr>
            <p:nvPr/>
          </p:nvSpPr>
          <p:spPr bwMode="auto">
            <a:xfrm>
              <a:off x="912" y="523"/>
              <a:ext cx="384" cy="378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18445" name="Rectangle 8"/>
            <p:cNvSpPr>
              <a:spLocks noChangeArrowheads="1"/>
            </p:cNvSpPr>
            <p:nvPr/>
          </p:nvSpPr>
          <p:spPr bwMode="auto">
            <a:xfrm>
              <a:off x="528" y="523"/>
              <a:ext cx="384" cy="378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18446" name="Rectangle 9"/>
            <p:cNvSpPr>
              <a:spLocks noChangeArrowheads="1"/>
            </p:cNvSpPr>
            <p:nvPr/>
          </p:nvSpPr>
          <p:spPr bwMode="auto">
            <a:xfrm>
              <a:off x="144" y="523"/>
              <a:ext cx="384" cy="378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18447" name="Rectangle 10"/>
            <p:cNvSpPr>
              <a:spLocks noChangeArrowheads="1"/>
            </p:cNvSpPr>
            <p:nvPr/>
          </p:nvSpPr>
          <p:spPr bwMode="auto">
            <a:xfrm>
              <a:off x="912" y="144"/>
              <a:ext cx="384" cy="379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18448" name="Rectangle 11"/>
            <p:cNvSpPr>
              <a:spLocks noChangeArrowheads="1"/>
            </p:cNvSpPr>
            <p:nvPr/>
          </p:nvSpPr>
          <p:spPr bwMode="auto">
            <a:xfrm>
              <a:off x="528" y="144"/>
              <a:ext cx="384" cy="379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18449" name="Rectangle 12"/>
            <p:cNvSpPr>
              <a:spLocks noChangeArrowheads="1"/>
            </p:cNvSpPr>
            <p:nvPr/>
          </p:nvSpPr>
          <p:spPr bwMode="auto">
            <a:xfrm>
              <a:off x="144" y="144"/>
              <a:ext cx="384" cy="379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18450" name="Line 13"/>
            <p:cNvSpPr>
              <a:spLocks noChangeShapeType="1"/>
            </p:cNvSpPr>
            <p:nvPr/>
          </p:nvSpPr>
          <p:spPr bwMode="auto">
            <a:xfrm>
              <a:off x="144" y="144"/>
              <a:ext cx="115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18451" name="Line 14"/>
            <p:cNvSpPr>
              <a:spLocks noChangeShapeType="1"/>
            </p:cNvSpPr>
            <p:nvPr/>
          </p:nvSpPr>
          <p:spPr bwMode="auto">
            <a:xfrm>
              <a:off x="144" y="523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18452" name="Line 15"/>
            <p:cNvSpPr>
              <a:spLocks noChangeShapeType="1"/>
            </p:cNvSpPr>
            <p:nvPr/>
          </p:nvSpPr>
          <p:spPr bwMode="auto">
            <a:xfrm>
              <a:off x="144" y="901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18453" name="Line 16"/>
            <p:cNvSpPr>
              <a:spLocks noChangeShapeType="1"/>
            </p:cNvSpPr>
            <p:nvPr/>
          </p:nvSpPr>
          <p:spPr bwMode="auto">
            <a:xfrm>
              <a:off x="144" y="1280"/>
              <a:ext cx="115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18454" name="Line 17"/>
            <p:cNvSpPr>
              <a:spLocks noChangeShapeType="1"/>
            </p:cNvSpPr>
            <p:nvPr/>
          </p:nvSpPr>
          <p:spPr bwMode="auto">
            <a:xfrm>
              <a:off x="144" y="144"/>
              <a:ext cx="0" cy="113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18455" name="Line 18"/>
            <p:cNvSpPr>
              <a:spLocks noChangeShapeType="1"/>
            </p:cNvSpPr>
            <p:nvPr/>
          </p:nvSpPr>
          <p:spPr bwMode="auto">
            <a:xfrm>
              <a:off x="528" y="144"/>
              <a:ext cx="0" cy="1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18456" name="Line 19"/>
            <p:cNvSpPr>
              <a:spLocks noChangeShapeType="1"/>
            </p:cNvSpPr>
            <p:nvPr/>
          </p:nvSpPr>
          <p:spPr bwMode="auto">
            <a:xfrm>
              <a:off x="912" y="144"/>
              <a:ext cx="0" cy="1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18457" name="Line 20"/>
            <p:cNvSpPr>
              <a:spLocks noChangeShapeType="1"/>
            </p:cNvSpPr>
            <p:nvPr/>
          </p:nvSpPr>
          <p:spPr bwMode="auto">
            <a:xfrm>
              <a:off x="1296" y="144"/>
              <a:ext cx="0" cy="113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</p:grpSp>
      <p:pic>
        <p:nvPicPr>
          <p:cNvPr id="18436" name="Picture 2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2667000"/>
            <a:ext cx="1876425" cy="18573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8437" name="Text Box 23"/>
          <p:cNvSpPr txBox="1">
            <a:spLocks noChangeArrowheads="1"/>
          </p:cNvSpPr>
          <p:nvPr/>
        </p:nvSpPr>
        <p:spPr bwMode="auto">
          <a:xfrm>
            <a:off x="1127125" y="4689475"/>
            <a:ext cx="11985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" pitchFamily="18" charset="0"/>
              </a:rPr>
              <a:t>Original</a:t>
            </a:r>
          </a:p>
        </p:txBody>
      </p:sp>
      <p:sp>
        <p:nvSpPr>
          <p:cNvPr id="18438" name="Text Box 24"/>
          <p:cNvSpPr txBox="1">
            <a:spLocks noChangeArrowheads="1"/>
          </p:cNvSpPr>
          <p:nvPr/>
        </p:nvSpPr>
        <p:spPr bwMode="auto">
          <a:xfrm>
            <a:off x="6400800" y="4724400"/>
            <a:ext cx="2133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Times" pitchFamily="18" charset="0"/>
              </a:rPr>
              <a:t>Identical image</a:t>
            </a:r>
          </a:p>
        </p:txBody>
      </p:sp>
      <p:pic>
        <p:nvPicPr>
          <p:cNvPr id="18439" name="Picture 2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667000"/>
            <a:ext cx="1876425" cy="18573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8440" name="Text Box 26"/>
          <p:cNvSpPr txBox="1">
            <a:spLocks noChangeArrowheads="1"/>
          </p:cNvSpPr>
          <p:nvPr/>
        </p:nvSpPr>
        <p:spPr bwMode="auto">
          <a:xfrm>
            <a:off x="7467600" y="6553200"/>
            <a:ext cx="14954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Source: D. Lowe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5342" y="3027478"/>
            <a:ext cx="7489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Times New Roman" pitchFamily="18" charset="0"/>
                <a:cs typeface="Times New Roman" pitchFamily="18" charset="0"/>
              </a:rPr>
              <a:t>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2971800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cs typeface="Times New Roman" pitchFamily="18" charset="0"/>
              </a:rPr>
              <a:t>=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/>
      <p:bldP spid="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filters: examples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886200" y="2971800"/>
            <a:ext cx="1225550" cy="1295400"/>
            <a:chOff x="144" y="144"/>
            <a:chExt cx="1152" cy="1136"/>
          </a:xfrm>
        </p:grpSpPr>
        <p:sp>
          <p:nvSpPr>
            <p:cNvPr id="20490" name="Rectangle 4"/>
            <p:cNvSpPr>
              <a:spLocks noChangeArrowheads="1"/>
            </p:cNvSpPr>
            <p:nvPr/>
          </p:nvSpPr>
          <p:spPr bwMode="auto">
            <a:xfrm>
              <a:off x="912" y="901"/>
              <a:ext cx="384" cy="379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20491" name="Rectangle 5"/>
            <p:cNvSpPr>
              <a:spLocks noChangeArrowheads="1"/>
            </p:cNvSpPr>
            <p:nvPr/>
          </p:nvSpPr>
          <p:spPr bwMode="auto">
            <a:xfrm>
              <a:off x="528" y="901"/>
              <a:ext cx="384" cy="379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20492" name="Rectangle 6"/>
            <p:cNvSpPr>
              <a:spLocks noChangeArrowheads="1"/>
            </p:cNvSpPr>
            <p:nvPr/>
          </p:nvSpPr>
          <p:spPr bwMode="auto">
            <a:xfrm>
              <a:off x="144" y="901"/>
              <a:ext cx="384" cy="379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20493" name="Rectangle 7"/>
            <p:cNvSpPr>
              <a:spLocks noChangeArrowheads="1"/>
            </p:cNvSpPr>
            <p:nvPr/>
          </p:nvSpPr>
          <p:spPr bwMode="auto">
            <a:xfrm>
              <a:off x="912" y="523"/>
              <a:ext cx="384" cy="378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 dirty="0"/>
                <a:t>0</a:t>
              </a:r>
            </a:p>
          </p:txBody>
        </p:sp>
        <p:sp>
          <p:nvSpPr>
            <p:cNvPr id="20494" name="Rectangle 8"/>
            <p:cNvSpPr>
              <a:spLocks noChangeArrowheads="1"/>
            </p:cNvSpPr>
            <p:nvPr/>
          </p:nvSpPr>
          <p:spPr bwMode="auto">
            <a:xfrm>
              <a:off x="528" y="523"/>
              <a:ext cx="384" cy="378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20495" name="Rectangle 9"/>
            <p:cNvSpPr>
              <a:spLocks noChangeArrowheads="1"/>
            </p:cNvSpPr>
            <p:nvPr/>
          </p:nvSpPr>
          <p:spPr bwMode="auto">
            <a:xfrm>
              <a:off x="144" y="523"/>
              <a:ext cx="384" cy="378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 dirty="0"/>
                <a:t>1</a:t>
              </a:r>
            </a:p>
          </p:txBody>
        </p:sp>
        <p:sp>
          <p:nvSpPr>
            <p:cNvPr id="20496" name="Rectangle 10"/>
            <p:cNvSpPr>
              <a:spLocks noChangeArrowheads="1"/>
            </p:cNvSpPr>
            <p:nvPr/>
          </p:nvSpPr>
          <p:spPr bwMode="auto">
            <a:xfrm>
              <a:off x="912" y="144"/>
              <a:ext cx="384" cy="379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20497" name="Rectangle 11"/>
            <p:cNvSpPr>
              <a:spLocks noChangeArrowheads="1"/>
            </p:cNvSpPr>
            <p:nvPr/>
          </p:nvSpPr>
          <p:spPr bwMode="auto">
            <a:xfrm>
              <a:off x="528" y="144"/>
              <a:ext cx="384" cy="379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20498" name="Rectangle 12"/>
            <p:cNvSpPr>
              <a:spLocks noChangeArrowheads="1"/>
            </p:cNvSpPr>
            <p:nvPr/>
          </p:nvSpPr>
          <p:spPr bwMode="auto">
            <a:xfrm>
              <a:off x="144" y="144"/>
              <a:ext cx="384" cy="379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20499" name="Line 13"/>
            <p:cNvSpPr>
              <a:spLocks noChangeShapeType="1"/>
            </p:cNvSpPr>
            <p:nvPr/>
          </p:nvSpPr>
          <p:spPr bwMode="auto">
            <a:xfrm>
              <a:off x="144" y="144"/>
              <a:ext cx="115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20500" name="Line 14"/>
            <p:cNvSpPr>
              <a:spLocks noChangeShapeType="1"/>
            </p:cNvSpPr>
            <p:nvPr/>
          </p:nvSpPr>
          <p:spPr bwMode="auto">
            <a:xfrm>
              <a:off x="144" y="523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20501" name="Line 15"/>
            <p:cNvSpPr>
              <a:spLocks noChangeShapeType="1"/>
            </p:cNvSpPr>
            <p:nvPr/>
          </p:nvSpPr>
          <p:spPr bwMode="auto">
            <a:xfrm>
              <a:off x="144" y="901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20502" name="Line 16"/>
            <p:cNvSpPr>
              <a:spLocks noChangeShapeType="1"/>
            </p:cNvSpPr>
            <p:nvPr/>
          </p:nvSpPr>
          <p:spPr bwMode="auto">
            <a:xfrm>
              <a:off x="144" y="1280"/>
              <a:ext cx="115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20503" name="Line 17"/>
            <p:cNvSpPr>
              <a:spLocks noChangeShapeType="1"/>
            </p:cNvSpPr>
            <p:nvPr/>
          </p:nvSpPr>
          <p:spPr bwMode="auto">
            <a:xfrm>
              <a:off x="144" y="144"/>
              <a:ext cx="0" cy="113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20504" name="Line 18"/>
            <p:cNvSpPr>
              <a:spLocks noChangeShapeType="1"/>
            </p:cNvSpPr>
            <p:nvPr/>
          </p:nvSpPr>
          <p:spPr bwMode="auto">
            <a:xfrm>
              <a:off x="528" y="144"/>
              <a:ext cx="0" cy="1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20505" name="Line 19"/>
            <p:cNvSpPr>
              <a:spLocks noChangeShapeType="1"/>
            </p:cNvSpPr>
            <p:nvPr/>
          </p:nvSpPr>
          <p:spPr bwMode="auto">
            <a:xfrm>
              <a:off x="912" y="144"/>
              <a:ext cx="0" cy="1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20506" name="Line 20"/>
            <p:cNvSpPr>
              <a:spLocks noChangeShapeType="1"/>
            </p:cNvSpPr>
            <p:nvPr/>
          </p:nvSpPr>
          <p:spPr bwMode="auto">
            <a:xfrm>
              <a:off x="1296" y="144"/>
              <a:ext cx="0" cy="113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</p:grpSp>
      <p:pic>
        <p:nvPicPr>
          <p:cNvPr id="20484" name="Picture 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667000"/>
            <a:ext cx="1876425" cy="18573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0485" name="Text Box 22"/>
          <p:cNvSpPr txBox="1">
            <a:spLocks noChangeArrowheads="1"/>
          </p:cNvSpPr>
          <p:nvPr/>
        </p:nvSpPr>
        <p:spPr bwMode="auto">
          <a:xfrm>
            <a:off x="1127125" y="4689475"/>
            <a:ext cx="11985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" pitchFamily="18" charset="0"/>
              </a:rPr>
              <a:t>Original</a:t>
            </a:r>
          </a:p>
        </p:txBody>
      </p:sp>
      <p:pic>
        <p:nvPicPr>
          <p:cNvPr id="20486" name="Picture 23"/>
          <p:cNvPicPr>
            <a:picLocks noChangeAspect="1" noChangeArrowheads="1"/>
          </p:cNvPicPr>
          <p:nvPr/>
        </p:nvPicPr>
        <p:blipFill>
          <a:blip r:embed="rId3" cstate="print"/>
          <a:srcRect l="8000"/>
          <a:stretch>
            <a:fillRect/>
          </a:stretch>
        </p:blipFill>
        <p:spPr bwMode="auto">
          <a:xfrm>
            <a:off x="6477000" y="2667000"/>
            <a:ext cx="1828800" cy="18573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</p:pic>
      <p:sp>
        <p:nvSpPr>
          <p:cNvPr id="20487" name="Rectangle 24"/>
          <p:cNvSpPr>
            <a:spLocks noChangeArrowheads="1"/>
          </p:cNvSpPr>
          <p:nvPr/>
        </p:nvSpPr>
        <p:spPr bwMode="auto">
          <a:xfrm>
            <a:off x="6477000" y="2667000"/>
            <a:ext cx="1905000" cy="18288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Text Box 25"/>
          <p:cNvSpPr txBox="1">
            <a:spLocks noChangeArrowheads="1"/>
          </p:cNvSpPr>
          <p:nvPr/>
        </p:nvSpPr>
        <p:spPr bwMode="auto">
          <a:xfrm>
            <a:off x="6553200" y="4724400"/>
            <a:ext cx="154463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" pitchFamily="18" charset="0"/>
              </a:rPr>
              <a:t>Shifted left</a:t>
            </a:r>
          </a:p>
          <a:p>
            <a:r>
              <a:rPr lang="en-US">
                <a:latin typeface="Times" pitchFamily="18" charset="0"/>
              </a:rPr>
              <a:t>By 1 pixel</a:t>
            </a:r>
          </a:p>
        </p:txBody>
      </p:sp>
      <p:sp>
        <p:nvSpPr>
          <p:cNvPr id="20489" name="Text Box 26"/>
          <p:cNvSpPr txBox="1">
            <a:spLocks noChangeArrowheads="1"/>
          </p:cNvSpPr>
          <p:nvPr/>
        </p:nvSpPr>
        <p:spPr bwMode="auto">
          <a:xfrm>
            <a:off x="7467600" y="6553200"/>
            <a:ext cx="14954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Source: D. Lowe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5342" y="3027478"/>
            <a:ext cx="7489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Times New Roman" pitchFamily="18" charset="0"/>
                <a:cs typeface="Times New Roman" pitchFamily="18" charset="0"/>
              </a:rPr>
              <a:t>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0200" y="2971800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cs typeface="Times New Roman" pitchFamily="18" charset="0"/>
              </a:rPr>
              <a:t>=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 animBg="1"/>
      <p:bldP spid="20488" grpId="0"/>
      <p:bldP spid="2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filters: examples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2667000"/>
            <a:ext cx="1876425" cy="18573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1371600" y="4572000"/>
            <a:ext cx="11985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" pitchFamily="18" charset="0"/>
              </a:rPr>
              <a:t>Original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810000" y="2917372"/>
            <a:ext cx="1676400" cy="1295400"/>
            <a:chOff x="3799" y="2064"/>
            <a:chExt cx="1433" cy="1136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4080" y="2064"/>
              <a:ext cx="1152" cy="1136"/>
              <a:chOff x="144" y="144"/>
              <a:chExt cx="1152" cy="1136"/>
            </a:xfrm>
          </p:grpSpPr>
          <p:sp>
            <p:nvSpPr>
              <p:cNvPr id="22539" name="Rectangle 7"/>
              <p:cNvSpPr>
                <a:spLocks noChangeArrowheads="1"/>
              </p:cNvSpPr>
              <p:nvPr/>
            </p:nvSpPr>
            <p:spPr bwMode="auto">
              <a:xfrm>
                <a:off x="912" y="901"/>
                <a:ext cx="384" cy="379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22540" name="Rectangle 8"/>
              <p:cNvSpPr>
                <a:spLocks noChangeArrowheads="1"/>
              </p:cNvSpPr>
              <p:nvPr/>
            </p:nvSpPr>
            <p:spPr bwMode="auto">
              <a:xfrm>
                <a:off x="528" y="901"/>
                <a:ext cx="384" cy="379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dirty="0"/>
                  <a:t>1</a:t>
                </a:r>
              </a:p>
            </p:txBody>
          </p:sp>
          <p:sp>
            <p:nvSpPr>
              <p:cNvPr id="22541" name="Rectangle 9"/>
              <p:cNvSpPr>
                <a:spLocks noChangeArrowheads="1"/>
              </p:cNvSpPr>
              <p:nvPr/>
            </p:nvSpPr>
            <p:spPr bwMode="auto">
              <a:xfrm>
                <a:off x="144" y="901"/>
                <a:ext cx="384" cy="379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22542" name="Rectangle 10"/>
              <p:cNvSpPr>
                <a:spLocks noChangeArrowheads="1"/>
              </p:cNvSpPr>
              <p:nvPr/>
            </p:nvSpPr>
            <p:spPr bwMode="auto">
              <a:xfrm>
                <a:off x="912" y="523"/>
                <a:ext cx="384" cy="378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22543" name="Rectangle 11"/>
              <p:cNvSpPr>
                <a:spLocks noChangeArrowheads="1"/>
              </p:cNvSpPr>
              <p:nvPr/>
            </p:nvSpPr>
            <p:spPr bwMode="auto">
              <a:xfrm>
                <a:off x="528" y="523"/>
                <a:ext cx="384" cy="378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22544" name="Rectangle 12"/>
              <p:cNvSpPr>
                <a:spLocks noChangeArrowheads="1"/>
              </p:cNvSpPr>
              <p:nvPr/>
            </p:nvSpPr>
            <p:spPr bwMode="auto">
              <a:xfrm>
                <a:off x="144" y="523"/>
                <a:ext cx="384" cy="378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22545" name="Rectangle 13"/>
              <p:cNvSpPr>
                <a:spLocks noChangeArrowheads="1"/>
              </p:cNvSpPr>
              <p:nvPr/>
            </p:nvSpPr>
            <p:spPr bwMode="auto">
              <a:xfrm>
                <a:off x="912" y="144"/>
                <a:ext cx="384" cy="379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22546" name="Rectangle 14"/>
              <p:cNvSpPr>
                <a:spLocks noChangeArrowheads="1"/>
              </p:cNvSpPr>
              <p:nvPr/>
            </p:nvSpPr>
            <p:spPr bwMode="auto">
              <a:xfrm>
                <a:off x="528" y="144"/>
                <a:ext cx="384" cy="379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22547" name="Rectangle 15"/>
              <p:cNvSpPr>
                <a:spLocks noChangeArrowheads="1"/>
              </p:cNvSpPr>
              <p:nvPr/>
            </p:nvSpPr>
            <p:spPr bwMode="auto">
              <a:xfrm>
                <a:off x="144" y="144"/>
                <a:ext cx="384" cy="379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22548" name="Line 16"/>
              <p:cNvSpPr>
                <a:spLocks noChangeShapeType="1"/>
              </p:cNvSpPr>
              <p:nvPr/>
            </p:nvSpPr>
            <p:spPr bwMode="auto">
              <a:xfrm>
                <a:off x="144" y="144"/>
                <a:ext cx="115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22549" name="Line 17"/>
              <p:cNvSpPr>
                <a:spLocks noChangeShapeType="1"/>
              </p:cNvSpPr>
              <p:nvPr/>
            </p:nvSpPr>
            <p:spPr bwMode="auto">
              <a:xfrm>
                <a:off x="144" y="523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22550" name="Line 18"/>
              <p:cNvSpPr>
                <a:spLocks noChangeShapeType="1"/>
              </p:cNvSpPr>
              <p:nvPr/>
            </p:nvSpPr>
            <p:spPr bwMode="auto">
              <a:xfrm>
                <a:off x="144" y="901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22551" name="Line 19"/>
              <p:cNvSpPr>
                <a:spLocks noChangeShapeType="1"/>
              </p:cNvSpPr>
              <p:nvPr/>
            </p:nvSpPr>
            <p:spPr bwMode="auto">
              <a:xfrm>
                <a:off x="144" y="1280"/>
                <a:ext cx="115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22552" name="Line 20"/>
              <p:cNvSpPr>
                <a:spLocks noChangeShapeType="1"/>
              </p:cNvSpPr>
              <p:nvPr/>
            </p:nvSpPr>
            <p:spPr bwMode="auto">
              <a:xfrm>
                <a:off x="144" y="144"/>
                <a:ext cx="0" cy="113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22553" name="Line 21"/>
              <p:cNvSpPr>
                <a:spLocks noChangeShapeType="1"/>
              </p:cNvSpPr>
              <p:nvPr/>
            </p:nvSpPr>
            <p:spPr bwMode="auto">
              <a:xfrm>
                <a:off x="528" y="144"/>
                <a:ext cx="0" cy="11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22554" name="Line 22"/>
              <p:cNvSpPr>
                <a:spLocks noChangeShapeType="1"/>
              </p:cNvSpPr>
              <p:nvPr/>
            </p:nvSpPr>
            <p:spPr bwMode="auto">
              <a:xfrm>
                <a:off x="912" y="144"/>
                <a:ext cx="0" cy="11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22555" name="Line 23"/>
              <p:cNvSpPr>
                <a:spLocks noChangeShapeType="1"/>
              </p:cNvSpPr>
              <p:nvPr/>
            </p:nvSpPr>
            <p:spPr bwMode="auto">
              <a:xfrm>
                <a:off x="1296" y="144"/>
                <a:ext cx="0" cy="113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</p:grpSp>
        <p:pic>
          <p:nvPicPr>
            <p:cNvPr id="22538" name="Picture 24" descr="txp_fig"/>
            <p:cNvPicPr>
              <a:picLocks noChangeAspect="1" noChangeArrowheads="1"/>
            </p:cNvPicPr>
            <p:nvPr>
              <p:custDataLst>
                <p:tags r:id="rId1"/>
              </p:custDataLst>
            </p:nvPr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3799" y="2352"/>
              <a:ext cx="192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2534" name="Picture 2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77000" y="2667000"/>
            <a:ext cx="1857375" cy="18669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2535" name="Text Box 26"/>
          <p:cNvSpPr txBox="1">
            <a:spLocks noChangeArrowheads="1"/>
          </p:cNvSpPr>
          <p:nvPr/>
        </p:nvSpPr>
        <p:spPr bwMode="auto">
          <a:xfrm>
            <a:off x="6227762" y="4659868"/>
            <a:ext cx="24590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Times" pitchFamily="18" charset="0"/>
              </a:rPr>
              <a:t>Blur (with a mean filter)</a:t>
            </a:r>
          </a:p>
        </p:txBody>
      </p:sp>
      <p:sp>
        <p:nvSpPr>
          <p:cNvPr id="22536" name="Text Box 27"/>
          <p:cNvSpPr txBox="1">
            <a:spLocks noChangeArrowheads="1"/>
          </p:cNvSpPr>
          <p:nvPr/>
        </p:nvSpPr>
        <p:spPr bwMode="auto">
          <a:xfrm>
            <a:off x="7467600" y="6553200"/>
            <a:ext cx="14954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Source: D. Lowe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027478"/>
            <a:ext cx="7489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Times New Roman" pitchFamily="18" charset="0"/>
                <a:cs typeface="Times New Roman" pitchFamily="18" charset="0"/>
              </a:rPr>
              <a:t>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80616" y="2971800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cs typeface="Times New Roman" pitchFamily="18" charset="0"/>
              </a:rPr>
              <a:t>=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5" grpId="0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filters: examples</a:t>
            </a: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775" y="2590800"/>
            <a:ext cx="1876425" cy="18573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317500" y="4613275"/>
            <a:ext cx="11985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" pitchFamily="18" charset="0"/>
              </a:rPr>
              <a:t>Original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2667000" y="2667000"/>
            <a:ext cx="3795352" cy="1545773"/>
            <a:chOff x="2667000" y="2667000"/>
            <a:chExt cx="3795352" cy="1545773"/>
          </a:xfrm>
        </p:grpSpPr>
        <p:pic>
          <p:nvPicPr>
            <p:cNvPr id="44035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019800" y="2721433"/>
              <a:ext cx="442552" cy="1491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4034" name="Picture 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667000" y="2667000"/>
              <a:ext cx="410072" cy="1524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2" name="Group 5"/>
            <p:cNvGrpSpPr>
              <a:grpSpLocks/>
            </p:cNvGrpSpPr>
            <p:nvPr/>
          </p:nvGrpSpPr>
          <p:grpSpPr bwMode="auto">
            <a:xfrm>
              <a:off x="4724400" y="2895600"/>
              <a:ext cx="1371600" cy="1066800"/>
              <a:chOff x="3799" y="2064"/>
              <a:chExt cx="1433" cy="1136"/>
            </a:xfrm>
          </p:grpSpPr>
          <p:grpSp>
            <p:nvGrpSpPr>
              <p:cNvPr id="3" name="Group 6"/>
              <p:cNvGrpSpPr>
                <a:grpSpLocks/>
              </p:cNvGrpSpPr>
              <p:nvPr/>
            </p:nvGrpSpPr>
            <p:grpSpPr bwMode="auto">
              <a:xfrm>
                <a:off x="4080" y="2064"/>
                <a:ext cx="1152" cy="1136"/>
                <a:chOff x="144" y="144"/>
                <a:chExt cx="1152" cy="1136"/>
              </a:xfrm>
            </p:grpSpPr>
            <p:sp>
              <p:nvSpPr>
                <p:cNvPr id="24606" name="Rectangle 7"/>
                <p:cNvSpPr>
                  <a:spLocks noChangeArrowheads="1"/>
                </p:cNvSpPr>
                <p:nvPr/>
              </p:nvSpPr>
              <p:spPr bwMode="auto">
                <a:xfrm>
                  <a:off x="912" y="901"/>
                  <a:ext cx="384" cy="379"/>
                </a:xfrm>
                <a:prstGeom prst="rect">
                  <a:avLst/>
                </a:prstGeom>
                <a:solidFill>
                  <a:srgbClr val="FFCC99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/>
                    <a:t>1</a:t>
                  </a:r>
                </a:p>
              </p:txBody>
            </p:sp>
            <p:sp>
              <p:nvSpPr>
                <p:cNvPr id="24607" name="Rectangle 8"/>
                <p:cNvSpPr>
                  <a:spLocks noChangeArrowheads="1"/>
                </p:cNvSpPr>
                <p:nvPr/>
              </p:nvSpPr>
              <p:spPr bwMode="auto">
                <a:xfrm>
                  <a:off x="528" y="901"/>
                  <a:ext cx="384" cy="379"/>
                </a:xfrm>
                <a:prstGeom prst="rect">
                  <a:avLst/>
                </a:prstGeom>
                <a:solidFill>
                  <a:srgbClr val="FFCC99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/>
                    <a:t>1</a:t>
                  </a:r>
                </a:p>
              </p:txBody>
            </p:sp>
            <p:sp>
              <p:nvSpPr>
                <p:cNvPr id="24608" name="Rectangle 9"/>
                <p:cNvSpPr>
                  <a:spLocks noChangeArrowheads="1"/>
                </p:cNvSpPr>
                <p:nvPr/>
              </p:nvSpPr>
              <p:spPr bwMode="auto">
                <a:xfrm>
                  <a:off x="144" y="901"/>
                  <a:ext cx="384" cy="379"/>
                </a:xfrm>
                <a:prstGeom prst="rect">
                  <a:avLst/>
                </a:prstGeom>
                <a:solidFill>
                  <a:srgbClr val="FFCC99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/>
                    <a:t>1</a:t>
                  </a:r>
                </a:p>
              </p:txBody>
            </p:sp>
            <p:sp>
              <p:nvSpPr>
                <p:cNvPr id="24609" name="Rectangle 10"/>
                <p:cNvSpPr>
                  <a:spLocks noChangeArrowheads="1"/>
                </p:cNvSpPr>
                <p:nvPr/>
              </p:nvSpPr>
              <p:spPr bwMode="auto">
                <a:xfrm>
                  <a:off x="912" y="523"/>
                  <a:ext cx="384" cy="378"/>
                </a:xfrm>
                <a:prstGeom prst="rect">
                  <a:avLst/>
                </a:prstGeom>
                <a:solidFill>
                  <a:srgbClr val="FFCC99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/>
                    <a:t>1</a:t>
                  </a:r>
                </a:p>
              </p:txBody>
            </p:sp>
            <p:sp>
              <p:nvSpPr>
                <p:cNvPr id="24610" name="Rectangle 11"/>
                <p:cNvSpPr>
                  <a:spLocks noChangeArrowheads="1"/>
                </p:cNvSpPr>
                <p:nvPr/>
              </p:nvSpPr>
              <p:spPr bwMode="auto">
                <a:xfrm>
                  <a:off x="528" y="523"/>
                  <a:ext cx="384" cy="378"/>
                </a:xfrm>
                <a:prstGeom prst="rect">
                  <a:avLst/>
                </a:prstGeom>
                <a:solidFill>
                  <a:srgbClr val="FFCC99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/>
                    <a:t>1</a:t>
                  </a:r>
                </a:p>
              </p:txBody>
            </p:sp>
            <p:sp>
              <p:nvSpPr>
                <p:cNvPr id="24611" name="Rectangle 12"/>
                <p:cNvSpPr>
                  <a:spLocks noChangeArrowheads="1"/>
                </p:cNvSpPr>
                <p:nvPr/>
              </p:nvSpPr>
              <p:spPr bwMode="auto">
                <a:xfrm>
                  <a:off x="144" y="523"/>
                  <a:ext cx="384" cy="378"/>
                </a:xfrm>
                <a:prstGeom prst="rect">
                  <a:avLst/>
                </a:prstGeom>
                <a:solidFill>
                  <a:srgbClr val="FFCC99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/>
                    <a:t>1</a:t>
                  </a:r>
                </a:p>
              </p:txBody>
            </p:sp>
            <p:sp>
              <p:nvSpPr>
                <p:cNvPr id="24612" name="Rectangle 13"/>
                <p:cNvSpPr>
                  <a:spLocks noChangeArrowheads="1"/>
                </p:cNvSpPr>
                <p:nvPr/>
              </p:nvSpPr>
              <p:spPr bwMode="auto">
                <a:xfrm>
                  <a:off x="912" y="144"/>
                  <a:ext cx="384" cy="379"/>
                </a:xfrm>
                <a:prstGeom prst="rect">
                  <a:avLst/>
                </a:prstGeom>
                <a:solidFill>
                  <a:srgbClr val="FFCC99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/>
                    <a:t>1</a:t>
                  </a:r>
                </a:p>
              </p:txBody>
            </p:sp>
            <p:sp>
              <p:nvSpPr>
                <p:cNvPr id="24613" name="Rectangle 14"/>
                <p:cNvSpPr>
                  <a:spLocks noChangeArrowheads="1"/>
                </p:cNvSpPr>
                <p:nvPr/>
              </p:nvSpPr>
              <p:spPr bwMode="auto">
                <a:xfrm>
                  <a:off x="528" y="144"/>
                  <a:ext cx="384" cy="379"/>
                </a:xfrm>
                <a:prstGeom prst="rect">
                  <a:avLst/>
                </a:prstGeom>
                <a:solidFill>
                  <a:srgbClr val="FFCC99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/>
                    <a:t>1</a:t>
                  </a:r>
                </a:p>
              </p:txBody>
            </p:sp>
            <p:sp>
              <p:nvSpPr>
                <p:cNvPr id="24614" name="Rectangle 15"/>
                <p:cNvSpPr>
                  <a:spLocks noChangeArrowheads="1"/>
                </p:cNvSpPr>
                <p:nvPr/>
              </p:nvSpPr>
              <p:spPr bwMode="auto">
                <a:xfrm>
                  <a:off x="144" y="144"/>
                  <a:ext cx="384" cy="379"/>
                </a:xfrm>
                <a:prstGeom prst="rect">
                  <a:avLst/>
                </a:prstGeom>
                <a:solidFill>
                  <a:srgbClr val="FFCC99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/>
                    <a:t>1</a:t>
                  </a:r>
                </a:p>
              </p:txBody>
            </p:sp>
            <p:sp>
              <p:nvSpPr>
                <p:cNvPr id="24615" name="Line 16"/>
                <p:cNvSpPr>
                  <a:spLocks noChangeShapeType="1"/>
                </p:cNvSpPr>
                <p:nvPr/>
              </p:nvSpPr>
              <p:spPr bwMode="auto">
                <a:xfrm>
                  <a:off x="144" y="144"/>
                  <a:ext cx="1152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 anchor="ctr" anchorCtr="1"/>
                <a:lstStyle/>
                <a:p>
                  <a:endParaRPr lang="en-US"/>
                </a:p>
              </p:txBody>
            </p:sp>
            <p:sp>
              <p:nvSpPr>
                <p:cNvPr id="24616" name="Line 17"/>
                <p:cNvSpPr>
                  <a:spLocks noChangeShapeType="1"/>
                </p:cNvSpPr>
                <p:nvPr/>
              </p:nvSpPr>
              <p:spPr bwMode="auto">
                <a:xfrm>
                  <a:off x="144" y="523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 anchor="ctr" anchorCtr="1"/>
                <a:lstStyle/>
                <a:p>
                  <a:endParaRPr lang="en-US"/>
                </a:p>
              </p:txBody>
            </p:sp>
            <p:sp>
              <p:nvSpPr>
                <p:cNvPr id="24617" name="Line 18"/>
                <p:cNvSpPr>
                  <a:spLocks noChangeShapeType="1"/>
                </p:cNvSpPr>
                <p:nvPr/>
              </p:nvSpPr>
              <p:spPr bwMode="auto">
                <a:xfrm>
                  <a:off x="144" y="901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 anchor="ctr" anchorCtr="1"/>
                <a:lstStyle/>
                <a:p>
                  <a:endParaRPr lang="en-US"/>
                </a:p>
              </p:txBody>
            </p:sp>
            <p:sp>
              <p:nvSpPr>
                <p:cNvPr id="24618" name="Line 19"/>
                <p:cNvSpPr>
                  <a:spLocks noChangeShapeType="1"/>
                </p:cNvSpPr>
                <p:nvPr/>
              </p:nvSpPr>
              <p:spPr bwMode="auto">
                <a:xfrm>
                  <a:off x="144" y="1280"/>
                  <a:ext cx="1152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 anchor="ctr" anchorCtr="1"/>
                <a:lstStyle/>
                <a:p>
                  <a:endParaRPr lang="en-US"/>
                </a:p>
              </p:txBody>
            </p:sp>
            <p:sp>
              <p:nvSpPr>
                <p:cNvPr id="24619" name="Line 20"/>
                <p:cNvSpPr>
                  <a:spLocks noChangeShapeType="1"/>
                </p:cNvSpPr>
                <p:nvPr/>
              </p:nvSpPr>
              <p:spPr bwMode="auto">
                <a:xfrm>
                  <a:off x="144" y="144"/>
                  <a:ext cx="0" cy="1136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 anchor="ctr" anchorCtr="1"/>
                <a:lstStyle/>
                <a:p>
                  <a:endParaRPr lang="en-US"/>
                </a:p>
              </p:txBody>
            </p:sp>
            <p:sp>
              <p:nvSpPr>
                <p:cNvPr id="24620" name="Line 21"/>
                <p:cNvSpPr>
                  <a:spLocks noChangeShapeType="1"/>
                </p:cNvSpPr>
                <p:nvPr/>
              </p:nvSpPr>
              <p:spPr bwMode="auto">
                <a:xfrm>
                  <a:off x="528" y="144"/>
                  <a:ext cx="0" cy="11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 anchor="ctr" anchorCtr="1"/>
                <a:lstStyle/>
                <a:p>
                  <a:endParaRPr lang="en-US"/>
                </a:p>
              </p:txBody>
            </p:sp>
            <p:sp>
              <p:nvSpPr>
                <p:cNvPr id="24621" name="Line 22"/>
                <p:cNvSpPr>
                  <a:spLocks noChangeShapeType="1"/>
                </p:cNvSpPr>
                <p:nvPr/>
              </p:nvSpPr>
              <p:spPr bwMode="auto">
                <a:xfrm>
                  <a:off x="912" y="144"/>
                  <a:ext cx="0" cy="11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 anchor="ctr" anchorCtr="1"/>
                <a:lstStyle/>
                <a:p>
                  <a:endParaRPr lang="en-US"/>
                </a:p>
              </p:txBody>
            </p:sp>
            <p:sp>
              <p:nvSpPr>
                <p:cNvPr id="24622" name="Line 23"/>
                <p:cNvSpPr>
                  <a:spLocks noChangeShapeType="1"/>
                </p:cNvSpPr>
                <p:nvPr/>
              </p:nvSpPr>
              <p:spPr bwMode="auto">
                <a:xfrm>
                  <a:off x="1296" y="144"/>
                  <a:ext cx="0" cy="1136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 anchor="ctr" anchorCtr="1"/>
                <a:lstStyle/>
                <a:p>
                  <a:endParaRPr lang="en-US"/>
                </a:p>
              </p:txBody>
            </p:sp>
          </p:grpSp>
          <p:pic>
            <p:nvPicPr>
              <p:cNvPr id="24605" name="Picture 24" descr="txp_fig"/>
              <p:cNvPicPr>
                <a:picLocks noChangeAspect="1" noChangeArrowheads="1"/>
              </p:cNvPicPr>
              <p:nvPr>
                <p:custDataLst>
                  <p:tags r:id="rId1"/>
                </p:custDataLst>
              </p:nvPr>
            </p:nvPicPr>
            <p:blipFill>
              <a:blip r:embed="rId7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3799" y="2352"/>
                <a:ext cx="192" cy="5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4" name="Group 25"/>
            <p:cNvGrpSpPr>
              <a:grpSpLocks/>
            </p:cNvGrpSpPr>
            <p:nvPr/>
          </p:nvGrpSpPr>
          <p:grpSpPr bwMode="auto">
            <a:xfrm>
              <a:off x="3048000" y="2895600"/>
              <a:ext cx="1149350" cy="1066800"/>
              <a:chOff x="144" y="144"/>
              <a:chExt cx="1152" cy="1136"/>
            </a:xfrm>
          </p:grpSpPr>
          <p:sp>
            <p:nvSpPr>
              <p:cNvPr id="24587" name="Rectangle 26"/>
              <p:cNvSpPr>
                <a:spLocks noChangeArrowheads="1"/>
              </p:cNvSpPr>
              <p:nvPr/>
            </p:nvSpPr>
            <p:spPr bwMode="auto">
              <a:xfrm>
                <a:off x="912" y="901"/>
                <a:ext cx="384" cy="379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0</a:t>
                </a:r>
              </a:p>
            </p:txBody>
          </p:sp>
          <p:sp>
            <p:nvSpPr>
              <p:cNvPr id="24588" name="Rectangle 27"/>
              <p:cNvSpPr>
                <a:spLocks noChangeArrowheads="1"/>
              </p:cNvSpPr>
              <p:nvPr/>
            </p:nvSpPr>
            <p:spPr bwMode="auto">
              <a:xfrm>
                <a:off x="528" y="901"/>
                <a:ext cx="384" cy="379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0</a:t>
                </a:r>
              </a:p>
            </p:txBody>
          </p:sp>
          <p:sp>
            <p:nvSpPr>
              <p:cNvPr id="24589" name="Rectangle 28"/>
              <p:cNvSpPr>
                <a:spLocks noChangeArrowheads="1"/>
              </p:cNvSpPr>
              <p:nvPr/>
            </p:nvSpPr>
            <p:spPr bwMode="auto">
              <a:xfrm>
                <a:off x="144" y="901"/>
                <a:ext cx="384" cy="379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0</a:t>
                </a:r>
              </a:p>
            </p:txBody>
          </p:sp>
          <p:sp>
            <p:nvSpPr>
              <p:cNvPr id="24590" name="Rectangle 29"/>
              <p:cNvSpPr>
                <a:spLocks noChangeArrowheads="1"/>
              </p:cNvSpPr>
              <p:nvPr/>
            </p:nvSpPr>
            <p:spPr bwMode="auto">
              <a:xfrm>
                <a:off x="912" y="523"/>
                <a:ext cx="384" cy="378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0</a:t>
                </a:r>
              </a:p>
            </p:txBody>
          </p:sp>
          <p:sp>
            <p:nvSpPr>
              <p:cNvPr id="24591" name="Rectangle 30"/>
              <p:cNvSpPr>
                <a:spLocks noChangeArrowheads="1"/>
              </p:cNvSpPr>
              <p:nvPr/>
            </p:nvSpPr>
            <p:spPr bwMode="auto">
              <a:xfrm>
                <a:off x="528" y="523"/>
                <a:ext cx="384" cy="378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2</a:t>
                </a:r>
              </a:p>
            </p:txBody>
          </p:sp>
          <p:sp>
            <p:nvSpPr>
              <p:cNvPr id="24592" name="Rectangle 31"/>
              <p:cNvSpPr>
                <a:spLocks noChangeArrowheads="1"/>
              </p:cNvSpPr>
              <p:nvPr/>
            </p:nvSpPr>
            <p:spPr bwMode="auto">
              <a:xfrm>
                <a:off x="144" y="523"/>
                <a:ext cx="384" cy="378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0</a:t>
                </a:r>
              </a:p>
            </p:txBody>
          </p:sp>
          <p:sp>
            <p:nvSpPr>
              <p:cNvPr id="24593" name="Rectangle 32"/>
              <p:cNvSpPr>
                <a:spLocks noChangeArrowheads="1"/>
              </p:cNvSpPr>
              <p:nvPr/>
            </p:nvSpPr>
            <p:spPr bwMode="auto">
              <a:xfrm>
                <a:off x="912" y="144"/>
                <a:ext cx="384" cy="379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0</a:t>
                </a:r>
              </a:p>
            </p:txBody>
          </p:sp>
          <p:sp>
            <p:nvSpPr>
              <p:cNvPr id="24594" name="Rectangle 33"/>
              <p:cNvSpPr>
                <a:spLocks noChangeArrowheads="1"/>
              </p:cNvSpPr>
              <p:nvPr/>
            </p:nvSpPr>
            <p:spPr bwMode="auto">
              <a:xfrm>
                <a:off x="528" y="144"/>
                <a:ext cx="384" cy="379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0</a:t>
                </a:r>
              </a:p>
            </p:txBody>
          </p:sp>
          <p:sp>
            <p:nvSpPr>
              <p:cNvPr id="24595" name="Rectangle 34"/>
              <p:cNvSpPr>
                <a:spLocks noChangeArrowheads="1"/>
              </p:cNvSpPr>
              <p:nvPr/>
            </p:nvSpPr>
            <p:spPr bwMode="auto">
              <a:xfrm>
                <a:off x="144" y="144"/>
                <a:ext cx="384" cy="379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/>
                  <a:t>0</a:t>
                </a:r>
              </a:p>
            </p:txBody>
          </p:sp>
          <p:sp>
            <p:nvSpPr>
              <p:cNvPr id="24596" name="Line 35"/>
              <p:cNvSpPr>
                <a:spLocks noChangeShapeType="1"/>
              </p:cNvSpPr>
              <p:nvPr/>
            </p:nvSpPr>
            <p:spPr bwMode="auto">
              <a:xfrm>
                <a:off x="144" y="144"/>
                <a:ext cx="115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24597" name="Line 36"/>
              <p:cNvSpPr>
                <a:spLocks noChangeShapeType="1"/>
              </p:cNvSpPr>
              <p:nvPr/>
            </p:nvSpPr>
            <p:spPr bwMode="auto">
              <a:xfrm>
                <a:off x="144" y="523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24598" name="Line 37"/>
              <p:cNvSpPr>
                <a:spLocks noChangeShapeType="1"/>
              </p:cNvSpPr>
              <p:nvPr/>
            </p:nvSpPr>
            <p:spPr bwMode="auto">
              <a:xfrm>
                <a:off x="144" y="901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24599" name="Line 38"/>
              <p:cNvSpPr>
                <a:spLocks noChangeShapeType="1"/>
              </p:cNvSpPr>
              <p:nvPr/>
            </p:nvSpPr>
            <p:spPr bwMode="auto">
              <a:xfrm>
                <a:off x="144" y="1280"/>
                <a:ext cx="115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24600" name="Line 39"/>
              <p:cNvSpPr>
                <a:spLocks noChangeShapeType="1"/>
              </p:cNvSpPr>
              <p:nvPr/>
            </p:nvSpPr>
            <p:spPr bwMode="auto">
              <a:xfrm>
                <a:off x="144" y="144"/>
                <a:ext cx="0" cy="113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24601" name="Line 40"/>
              <p:cNvSpPr>
                <a:spLocks noChangeShapeType="1"/>
              </p:cNvSpPr>
              <p:nvPr/>
            </p:nvSpPr>
            <p:spPr bwMode="auto">
              <a:xfrm>
                <a:off x="528" y="144"/>
                <a:ext cx="0" cy="11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24602" name="Line 41"/>
              <p:cNvSpPr>
                <a:spLocks noChangeShapeType="1"/>
              </p:cNvSpPr>
              <p:nvPr/>
            </p:nvSpPr>
            <p:spPr bwMode="auto">
              <a:xfrm>
                <a:off x="912" y="144"/>
                <a:ext cx="0" cy="11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24603" name="Line 42"/>
              <p:cNvSpPr>
                <a:spLocks noChangeShapeType="1"/>
              </p:cNvSpPr>
              <p:nvPr/>
            </p:nvSpPr>
            <p:spPr bwMode="auto">
              <a:xfrm>
                <a:off x="1296" y="144"/>
                <a:ext cx="0" cy="113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</p:grpSp>
        <p:sp>
          <p:nvSpPr>
            <p:cNvPr id="24583" name="Text Box 43"/>
            <p:cNvSpPr txBox="1">
              <a:spLocks noChangeArrowheads="1"/>
            </p:cNvSpPr>
            <p:nvPr/>
          </p:nvSpPr>
          <p:spPr bwMode="auto">
            <a:xfrm>
              <a:off x="4267200" y="2819400"/>
              <a:ext cx="438150" cy="1006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6000" b="1">
                  <a:latin typeface="Times" pitchFamily="18" charset="0"/>
                </a:rPr>
                <a:t>-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6858000" y="2514600"/>
            <a:ext cx="2209800" cy="2274332"/>
            <a:chOff x="6858000" y="2514600"/>
            <a:chExt cx="2209800" cy="2274332"/>
          </a:xfrm>
        </p:grpSpPr>
        <p:sp>
          <p:nvSpPr>
            <p:cNvPr id="24584" name="Text Box 44"/>
            <p:cNvSpPr txBox="1">
              <a:spLocks noChangeArrowheads="1"/>
            </p:cNvSpPr>
            <p:nvPr/>
          </p:nvSpPr>
          <p:spPr bwMode="auto">
            <a:xfrm>
              <a:off x="6858000" y="4419600"/>
              <a:ext cx="22098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Sharpening filter</a:t>
              </a:r>
            </a:p>
          </p:txBody>
        </p:sp>
        <p:pic>
          <p:nvPicPr>
            <p:cNvPr id="24585" name="Picture 45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7086600" y="2514600"/>
              <a:ext cx="1876425" cy="1876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4586" name="Text Box 46"/>
          <p:cNvSpPr txBox="1">
            <a:spLocks noChangeArrowheads="1"/>
          </p:cNvSpPr>
          <p:nvPr/>
        </p:nvSpPr>
        <p:spPr bwMode="auto">
          <a:xfrm>
            <a:off x="7467600" y="6553200"/>
            <a:ext cx="14954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Source: D. Lowe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7000" y="2870537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cs typeface="Times New Roman" pitchFamily="18" charset="0"/>
              </a:rPr>
              <a:t>=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24742" y="2895600"/>
            <a:ext cx="7489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Times New Roman" pitchFamily="18" charset="0"/>
                <a:cs typeface="Times New Roman" pitchFamily="18" charset="0"/>
              </a:rPr>
              <a:t>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/>
          <a:srcRect t="18013"/>
          <a:stretch>
            <a:fillRect/>
          </a:stretch>
        </p:blipFill>
        <p:spPr bwMode="auto">
          <a:xfrm>
            <a:off x="762000" y="1676400"/>
            <a:ext cx="7586663" cy="435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Sharpening</a:t>
            </a:r>
          </a:p>
        </p:txBody>
      </p:sp>
      <p:sp>
        <p:nvSpPr>
          <p:cNvPr id="25604" name="Text Box 5"/>
          <p:cNvSpPr txBox="1">
            <a:spLocks noChangeArrowheads="1"/>
          </p:cNvSpPr>
          <p:nvPr/>
        </p:nvSpPr>
        <p:spPr bwMode="auto">
          <a:xfrm>
            <a:off x="7467600" y="6553200"/>
            <a:ext cx="14954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Source: D. Lowe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</p:spPr>
        <p:txBody>
          <a:bodyPr>
            <a:normAutofit/>
          </a:bodyPr>
          <a:lstStyle/>
          <a:p>
            <a:r>
              <a:rPr lang="en-US"/>
              <a:t>Gaussian Kernel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5410200"/>
            <a:ext cx="8839200" cy="1219200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sz="2400"/>
              <a:t>Constant factor at front makes volume sum to 1 (can be ignored, as we should re-normalize weights to sum to 1 in any case)</a:t>
            </a:r>
            <a:endParaRPr lang="en-US" sz="2400">
              <a:latin typeface="Courier New" pitchFamily="49" charset="0"/>
            </a:endParaRPr>
          </a:p>
        </p:txBody>
      </p:sp>
      <p:pic>
        <p:nvPicPr>
          <p:cNvPr id="28676" name="Picture 4" descr="realgaussian"/>
          <p:cNvPicPr>
            <a:picLocks noChangeAspect="1" noChangeArrowheads="1"/>
          </p:cNvPicPr>
          <p:nvPr/>
        </p:nvPicPr>
        <p:blipFill>
          <a:blip r:embed="rId4" cstate="print"/>
          <a:srcRect l="3360" t="15573" b="4480"/>
          <a:stretch>
            <a:fillRect/>
          </a:stretch>
        </p:blipFill>
        <p:spPr bwMode="auto">
          <a:xfrm>
            <a:off x="228600" y="2973388"/>
            <a:ext cx="2943225" cy="182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52800" y="2819400"/>
            <a:ext cx="18288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8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71825" y="1515974"/>
            <a:ext cx="3048000" cy="779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5437188" y="3105150"/>
            <a:ext cx="3478212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600">
                <a:latin typeface="Tahoma" pitchFamily="34" charset="0"/>
              </a:rPr>
              <a:t>0.003   0.013   0.022   0.013   0.003</a:t>
            </a:r>
          </a:p>
          <a:p>
            <a:pPr eaLnBrk="1" hangingPunct="1"/>
            <a:r>
              <a:rPr lang="en-US" sz="1600">
                <a:latin typeface="Tahoma" pitchFamily="34" charset="0"/>
              </a:rPr>
              <a:t>0.013   0.059   0.097   0.059   0.013</a:t>
            </a:r>
          </a:p>
          <a:p>
            <a:pPr eaLnBrk="1" hangingPunct="1"/>
            <a:r>
              <a:rPr lang="en-US" sz="1600">
                <a:latin typeface="Tahoma" pitchFamily="34" charset="0"/>
              </a:rPr>
              <a:t>0.022   0.097   0.159   0.097   0.022</a:t>
            </a:r>
          </a:p>
          <a:p>
            <a:pPr eaLnBrk="1" hangingPunct="1"/>
            <a:r>
              <a:rPr lang="en-US" sz="1600">
                <a:latin typeface="Tahoma" pitchFamily="34" charset="0"/>
              </a:rPr>
              <a:t>0.013   0.059   0.097   0.059   0.013</a:t>
            </a:r>
          </a:p>
          <a:p>
            <a:pPr eaLnBrk="1" hangingPunct="1"/>
            <a:r>
              <a:rPr lang="en-US" sz="1600">
                <a:latin typeface="Tahoma" pitchFamily="34" charset="0"/>
              </a:rPr>
              <a:t>0.003   0.013   0.022   0.013   0.003</a:t>
            </a:r>
          </a:p>
        </p:txBody>
      </p:sp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6591300" y="4662488"/>
            <a:ext cx="14049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800">
                <a:latin typeface="Tahoma" pitchFamily="34" charset="0"/>
                <a:sym typeface="Symbol" pitchFamily="18" charset="2"/>
              </a:rPr>
              <a:t>5 x 5,  = 1</a:t>
            </a:r>
            <a:endParaRPr lang="en-US" sz="1800">
              <a:latin typeface="Tahoma" pitchFamily="34" charset="0"/>
            </a:endParaRP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5410200" y="2819400"/>
            <a:ext cx="35052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7010400" y="6397625"/>
            <a:ext cx="2092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Source: C. Rasmussen</a:t>
            </a: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filters</a:t>
            </a:r>
          </a:p>
        </p:txBody>
      </p:sp>
      <p:grpSp>
        <p:nvGrpSpPr>
          <p:cNvPr id="3" name="Group 36"/>
          <p:cNvGrpSpPr/>
          <p:nvPr/>
        </p:nvGrpSpPr>
        <p:grpSpPr>
          <a:xfrm>
            <a:off x="7276797" y="2133600"/>
            <a:ext cx="1636944" cy="2906486"/>
            <a:chOff x="7276797" y="2133600"/>
            <a:chExt cx="1636944" cy="2906486"/>
          </a:xfrm>
        </p:grpSpPr>
        <p:pic>
          <p:nvPicPr>
            <p:cNvPr id="134150" name="Picture 6" descr="C:\snavely\work\teaching\10Fa-CS4670\lectures\lec02\g3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788728" y="4370614"/>
              <a:ext cx="669472" cy="669472"/>
            </a:xfrm>
            <a:prstGeom prst="rect">
              <a:avLst/>
            </a:prstGeom>
            <a:noFill/>
          </p:spPr>
        </p:pic>
        <p:pic>
          <p:nvPicPr>
            <p:cNvPr id="134155" name="Picture 11" descr="C:\snavely\work\teaching\10Fa-CS4670\lectures\lec02\owl3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276797" y="2133600"/>
              <a:ext cx="1636944" cy="2049738"/>
            </a:xfrm>
            <a:prstGeom prst="rect">
              <a:avLst/>
            </a:prstGeom>
            <a:noFill/>
          </p:spPr>
        </p:pic>
      </p:grpSp>
      <p:pic>
        <p:nvPicPr>
          <p:cNvPr id="134156" name="Picture 12" descr="C:\snavely\work\teaching\10Fa-CS4670\lectures\lec02\owl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8487" y="2133600"/>
            <a:ext cx="1636944" cy="2049738"/>
          </a:xfrm>
          <a:prstGeom prst="rect">
            <a:avLst/>
          </a:prstGeom>
          <a:noFill/>
        </p:spPr>
      </p:pic>
      <p:grpSp>
        <p:nvGrpSpPr>
          <p:cNvPr id="5" name="Group 33"/>
          <p:cNvGrpSpPr/>
          <p:nvPr/>
        </p:nvGrpSpPr>
        <p:grpSpPr>
          <a:xfrm>
            <a:off x="1975565" y="2133600"/>
            <a:ext cx="1636944" cy="2887436"/>
            <a:chOff x="1975565" y="2133600"/>
            <a:chExt cx="1636944" cy="2887436"/>
          </a:xfrm>
        </p:grpSpPr>
        <p:pic>
          <p:nvPicPr>
            <p:cNvPr id="134147" name="Picture 3" descr="C:\snavely\work\teaching\10Fa-CS4670\lectures\lec02\g1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465614" y="4351564"/>
              <a:ext cx="669472" cy="669472"/>
            </a:xfrm>
            <a:prstGeom prst="rect">
              <a:avLst/>
            </a:prstGeom>
            <a:noFill/>
          </p:spPr>
        </p:pic>
        <p:pic>
          <p:nvPicPr>
            <p:cNvPr id="134157" name="Picture 13" descr="C:\snavely\work\teaching\10Fa-CS4670\lectures\lec02\owl1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975565" y="2133600"/>
              <a:ext cx="1636944" cy="2049738"/>
            </a:xfrm>
            <a:prstGeom prst="rect">
              <a:avLst/>
            </a:prstGeom>
            <a:noFill/>
          </p:spPr>
        </p:pic>
      </p:grpSp>
      <p:grpSp>
        <p:nvGrpSpPr>
          <p:cNvPr id="7" name="Group 34"/>
          <p:cNvGrpSpPr/>
          <p:nvPr/>
        </p:nvGrpSpPr>
        <p:grpSpPr>
          <a:xfrm>
            <a:off x="3742643" y="2133600"/>
            <a:ext cx="1636944" cy="2887436"/>
            <a:chOff x="3742643" y="2133600"/>
            <a:chExt cx="1636944" cy="2887436"/>
          </a:xfrm>
        </p:grpSpPr>
        <p:pic>
          <p:nvPicPr>
            <p:cNvPr id="134148" name="Picture 4" descr="C:\snavely\work\teaching\10Fa-CS4670\lectures\lec02\g5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234540" y="4351564"/>
              <a:ext cx="669472" cy="669472"/>
            </a:xfrm>
            <a:prstGeom prst="rect">
              <a:avLst/>
            </a:prstGeom>
            <a:noFill/>
          </p:spPr>
        </p:pic>
        <p:pic>
          <p:nvPicPr>
            <p:cNvPr id="134158" name="Picture 14" descr="C:\snavely\work\teaching\10Fa-CS4670\lectures\lec02\owl5.png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742643" y="2133600"/>
              <a:ext cx="1636944" cy="2049738"/>
            </a:xfrm>
            <a:prstGeom prst="rect">
              <a:avLst/>
            </a:prstGeom>
            <a:noFill/>
          </p:spPr>
        </p:pic>
      </p:grpSp>
      <p:grpSp>
        <p:nvGrpSpPr>
          <p:cNvPr id="9" name="Group 35"/>
          <p:cNvGrpSpPr/>
          <p:nvPr/>
        </p:nvGrpSpPr>
        <p:grpSpPr>
          <a:xfrm>
            <a:off x="5509721" y="2133600"/>
            <a:ext cx="1636944" cy="2887436"/>
            <a:chOff x="5509721" y="2133600"/>
            <a:chExt cx="1636944" cy="2887436"/>
          </a:xfrm>
        </p:grpSpPr>
        <p:pic>
          <p:nvPicPr>
            <p:cNvPr id="134149" name="Picture 5" descr="C:\snavely\work\teaching\10Fa-CS4670\lectures\lec02\g10.png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998024" y="4351564"/>
              <a:ext cx="669472" cy="669472"/>
            </a:xfrm>
            <a:prstGeom prst="rect">
              <a:avLst/>
            </a:prstGeom>
            <a:noFill/>
          </p:spPr>
        </p:pic>
        <p:pic>
          <p:nvPicPr>
            <p:cNvPr id="134159" name="Picture 15" descr="C:\snavely\work\teaching\10Fa-CS4670\lectures\lec02\owl10.png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5509721" y="2133600"/>
              <a:ext cx="1636944" cy="2049738"/>
            </a:xfrm>
            <a:prstGeom prst="rect">
              <a:avLst/>
            </a:prstGeom>
            <a:noFill/>
          </p:spPr>
        </p:pic>
      </p:grpSp>
      <p:sp>
        <p:nvSpPr>
          <p:cNvPr id="11" name="Right Arrow 10"/>
          <p:cNvSpPr/>
          <p:nvPr/>
        </p:nvSpPr>
        <p:spPr>
          <a:xfrm>
            <a:off x="2499821" y="5334000"/>
            <a:ext cx="6019800" cy="22860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612509" y="5791200"/>
            <a:ext cx="118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Increasing </a:t>
            </a:r>
          </a:p>
        </p:txBody>
      </p:sp>
      <p:pic>
        <p:nvPicPr>
          <p:cNvPr id="30" name="Picture 4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829664" y="5867400"/>
            <a:ext cx="235905" cy="209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8411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-76200"/>
            <a:ext cx="7696200" cy="1143000"/>
          </a:xfrm>
        </p:spPr>
        <p:txBody>
          <a:bodyPr/>
          <a:lstStyle/>
          <a:p>
            <a:r>
              <a:rPr lang="en-US" dirty="0"/>
              <a:t>Mean vs. Gaussian filtering</a:t>
            </a: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4818651"/>
              </p:ext>
            </p:extLst>
          </p:nvPr>
        </p:nvGraphicFramePr>
        <p:xfrm>
          <a:off x="914400" y="1676400"/>
          <a:ext cx="5410200" cy="5019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828571" imgH="3572374" progId="">
                  <p:embed/>
                </p:oleObj>
              </mc:Choice>
              <mc:Fallback>
                <p:oleObj name="Photo Editor Photo" r:id="rId3" imgW="3828571" imgH="3572374" progId="">
                  <p:embed/>
                  <p:pic>
                    <p:nvPicPr>
                      <p:cNvPr id="307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676400"/>
                        <a:ext cx="5410200" cy="50191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5715000" y="2971800"/>
            <a:ext cx="25058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Mean filter suppresses</a:t>
            </a:r>
          </a:p>
          <a:p>
            <a:r>
              <a:rPr lang="en-US" dirty="0"/>
              <a:t>high-frequency signal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filter</a:t>
            </a:r>
          </a:p>
        </p:txBody>
      </p:sp>
      <p:sp>
        <p:nvSpPr>
          <p:cNvPr id="1035267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600200"/>
            <a:ext cx="8229600" cy="5105400"/>
          </a:xfrm>
        </p:spPr>
        <p:txBody>
          <a:bodyPr>
            <a:normAutofit/>
          </a:bodyPr>
          <a:lstStyle/>
          <a:p>
            <a:pPr>
              <a:buFontTx/>
              <a:buChar char="•"/>
            </a:pPr>
            <a:r>
              <a:rPr lang="en-US" dirty="0"/>
              <a:t>Removes “high-frequency” components from the image (low-pass filter)</a:t>
            </a:r>
          </a:p>
          <a:p>
            <a:pPr>
              <a:buFontTx/>
              <a:buChar char="•"/>
            </a:pPr>
            <a:r>
              <a:rPr lang="en-US" dirty="0"/>
              <a:t>Convolution with self is another Gaussian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i="1" dirty="0"/>
          </a:p>
        </p:txBody>
      </p:sp>
      <p:sp>
        <p:nvSpPr>
          <p:cNvPr id="32772" name="Text Box 5"/>
          <p:cNvSpPr txBox="1">
            <a:spLocks noChangeArrowheads="1"/>
          </p:cNvSpPr>
          <p:nvPr/>
        </p:nvSpPr>
        <p:spPr bwMode="auto">
          <a:xfrm>
            <a:off x="7315200" y="6553200"/>
            <a:ext cx="18002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Source: K. Grauman</a:t>
            </a:r>
          </a:p>
        </p:txBody>
      </p:sp>
      <p:pic>
        <p:nvPicPr>
          <p:cNvPr id="43010" name="Picture 2" descr="C:\snavely\work\teaching\09Fa-CS6610\matlab\filters\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3352800"/>
            <a:ext cx="1447800" cy="1447800"/>
          </a:xfrm>
          <a:prstGeom prst="rect">
            <a:avLst/>
          </a:prstGeom>
          <a:noFill/>
        </p:spPr>
      </p:pic>
      <p:pic>
        <p:nvPicPr>
          <p:cNvPr id="43011" name="Picture 3" descr="C:\snavely\work\teaching\09Fa-CS6610\matlab\filters\g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3352800"/>
            <a:ext cx="1447800" cy="1447800"/>
          </a:xfrm>
          <a:prstGeom prst="rect">
            <a:avLst/>
          </a:prstGeom>
          <a:noFill/>
        </p:spPr>
      </p:pic>
      <p:pic>
        <p:nvPicPr>
          <p:cNvPr id="7" name="Picture 2" descr="C:\snavely\work\teaching\09Fa-CS6610\matlab\filters\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86200" y="3352800"/>
            <a:ext cx="1447800" cy="14478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3137277" y="3506450"/>
            <a:ext cx="7489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Times New Roman" pitchFamily="18" charset="0"/>
                <a:cs typeface="Times New Roman" pitchFamily="18" charset="0"/>
              </a:rPr>
              <a:t>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2016" y="3494314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cs typeface="Times New Roman" pitchFamily="18" charset="0"/>
              </a:rPr>
              <a:t>=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5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5267" grpId="0" uiExpand="1" build="p"/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25685"/>
          </a:xfrm>
        </p:spPr>
        <p:txBody>
          <a:bodyPr/>
          <a:lstStyle/>
          <a:p>
            <a:r>
              <a:rPr lang="en-US" dirty="0"/>
              <a:t>Sharpening revisited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017587"/>
            <a:ext cx="7772400" cy="533400"/>
          </a:xfrm>
        </p:spPr>
        <p:txBody>
          <a:bodyPr>
            <a:normAutofit/>
          </a:bodyPr>
          <a:lstStyle/>
          <a:p>
            <a:r>
              <a:rPr lang="en-US" dirty="0"/>
              <a:t>What if taking away a blurred image?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533400" y="1550987"/>
            <a:ext cx="2157413" cy="2182813"/>
            <a:chOff x="336" y="912"/>
            <a:chExt cx="1505" cy="1521"/>
          </a:xfrm>
        </p:grpSpPr>
        <p:pic>
          <p:nvPicPr>
            <p:cNvPr id="42012" name="Picture 4" descr="lena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6" y="912"/>
              <a:ext cx="1488" cy="14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013" name="Text Box 11"/>
            <p:cNvSpPr txBox="1">
              <a:spLocks noChangeArrowheads="1"/>
            </p:cNvSpPr>
            <p:nvPr/>
          </p:nvSpPr>
          <p:spPr bwMode="auto">
            <a:xfrm>
              <a:off x="1200" y="2199"/>
              <a:ext cx="641" cy="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</a:rPr>
                <a:t>original</a:t>
              </a:r>
            </a:p>
          </p:txBody>
        </p:sp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3581400" y="1550987"/>
            <a:ext cx="2166938" cy="2162175"/>
            <a:chOff x="2256" y="912"/>
            <a:chExt cx="1511" cy="1507"/>
          </a:xfrm>
        </p:grpSpPr>
        <p:pic>
          <p:nvPicPr>
            <p:cNvPr id="42010" name="Picture 5" descr="lenaG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56" y="912"/>
              <a:ext cx="1488" cy="14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011" name="Text Box 12"/>
            <p:cNvSpPr txBox="1">
              <a:spLocks noChangeArrowheads="1"/>
            </p:cNvSpPr>
            <p:nvPr/>
          </p:nvSpPr>
          <p:spPr bwMode="auto">
            <a:xfrm>
              <a:off x="2591" y="2185"/>
              <a:ext cx="1176" cy="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</a:rPr>
                <a:t>smoothed (5x5)</a:t>
              </a:r>
            </a:p>
          </p:txBody>
        </p:sp>
      </p:grpSp>
      <p:sp>
        <p:nvSpPr>
          <p:cNvPr id="41990" name="Text Box 17"/>
          <p:cNvSpPr txBox="1">
            <a:spLocks noChangeArrowheads="1"/>
          </p:cNvSpPr>
          <p:nvPr/>
        </p:nvSpPr>
        <p:spPr bwMode="auto">
          <a:xfrm>
            <a:off x="2971800" y="2286000"/>
            <a:ext cx="3898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/>
              <a:t>–</a:t>
            </a: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5962650" y="1550987"/>
            <a:ext cx="2735263" cy="2149475"/>
            <a:chOff x="3756" y="912"/>
            <a:chExt cx="1723" cy="1354"/>
          </a:xfrm>
        </p:grpSpPr>
        <p:grpSp>
          <p:nvGrpSpPr>
            <p:cNvPr id="5" name="Group 23"/>
            <p:cNvGrpSpPr>
              <a:grpSpLocks/>
            </p:cNvGrpSpPr>
            <p:nvPr/>
          </p:nvGrpSpPr>
          <p:grpSpPr bwMode="auto">
            <a:xfrm>
              <a:off x="4128" y="912"/>
              <a:ext cx="1351" cy="1354"/>
              <a:chOff x="4128" y="912"/>
              <a:chExt cx="1496" cy="1499"/>
            </a:xfrm>
          </p:grpSpPr>
          <p:pic>
            <p:nvPicPr>
              <p:cNvPr id="42008" name="Picture 6" descr="lena_diff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4128" y="912"/>
                <a:ext cx="1488" cy="14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2009" name="Text Box 15"/>
              <p:cNvSpPr txBox="1">
                <a:spLocks noChangeArrowheads="1"/>
              </p:cNvSpPr>
              <p:nvPr/>
            </p:nvSpPr>
            <p:spPr bwMode="auto">
              <a:xfrm>
                <a:off x="5124" y="2177"/>
                <a:ext cx="500" cy="2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b="1">
                    <a:solidFill>
                      <a:schemeClr val="bg1"/>
                    </a:solidFill>
                  </a:rPr>
                  <a:t>detail</a:t>
                </a:r>
              </a:p>
            </p:txBody>
          </p:sp>
        </p:grpSp>
        <p:sp>
          <p:nvSpPr>
            <p:cNvPr id="42007" name="Text Box 18"/>
            <p:cNvSpPr txBox="1">
              <a:spLocks noChangeArrowheads="1"/>
            </p:cNvSpPr>
            <p:nvPr/>
          </p:nvSpPr>
          <p:spPr bwMode="auto">
            <a:xfrm>
              <a:off x="3756" y="1327"/>
              <a:ext cx="277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4000"/>
                <a:t>=</a:t>
              </a:r>
            </a:p>
          </p:txBody>
        </p:sp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5943600" y="4419600"/>
            <a:ext cx="2743200" cy="2149475"/>
            <a:chOff x="3744" y="2784"/>
            <a:chExt cx="1728" cy="1354"/>
          </a:xfrm>
        </p:grpSpPr>
        <p:grpSp>
          <p:nvGrpSpPr>
            <p:cNvPr id="7" name="Group 26"/>
            <p:cNvGrpSpPr>
              <a:grpSpLocks/>
            </p:cNvGrpSpPr>
            <p:nvPr/>
          </p:nvGrpSpPr>
          <p:grpSpPr bwMode="auto">
            <a:xfrm>
              <a:off x="4128" y="2784"/>
              <a:ext cx="1344" cy="1354"/>
              <a:chOff x="4128" y="2784"/>
              <a:chExt cx="1488" cy="1499"/>
            </a:xfrm>
          </p:grpSpPr>
          <p:pic>
            <p:nvPicPr>
              <p:cNvPr id="42004" name="Picture 10" descr="lena_sharpened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128" y="2784"/>
                <a:ext cx="1488" cy="14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2005" name="Text Box 16"/>
              <p:cNvSpPr txBox="1">
                <a:spLocks noChangeArrowheads="1"/>
              </p:cNvSpPr>
              <p:nvPr/>
            </p:nvSpPr>
            <p:spPr bwMode="auto">
              <a:xfrm>
                <a:off x="4752" y="4049"/>
                <a:ext cx="844" cy="2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b="1">
                    <a:solidFill>
                      <a:schemeClr val="bg1"/>
                    </a:solidFill>
                  </a:rPr>
                  <a:t>sharpened</a:t>
                </a:r>
              </a:p>
            </p:txBody>
          </p:sp>
        </p:grpSp>
        <p:sp>
          <p:nvSpPr>
            <p:cNvPr id="42003" name="Text Box 19"/>
            <p:cNvSpPr txBox="1">
              <a:spLocks noChangeArrowheads="1"/>
            </p:cNvSpPr>
            <p:nvPr/>
          </p:nvSpPr>
          <p:spPr bwMode="auto">
            <a:xfrm>
              <a:off x="3744" y="3216"/>
              <a:ext cx="277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4000"/>
                <a:t>=</a:t>
              </a:r>
            </a:p>
          </p:txBody>
        </p:sp>
      </p:grpSp>
      <p:grpSp>
        <p:nvGrpSpPr>
          <p:cNvPr id="8" name="Group 28"/>
          <p:cNvGrpSpPr>
            <a:grpSpLocks/>
          </p:cNvGrpSpPr>
          <p:nvPr/>
        </p:nvGrpSpPr>
        <p:grpSpPr bwMode="auto">
          <a:xfrm>
            <a:off x="533400" y="3886200"/>
            <a:ext cx="7924800" cy="2682875"/>
            <a:chOff x="336" y="2448"/>
            <a:chExt cx="4992" cy="1690"/>
          </a:xfrm>
        </p:grpSpPr>
        <p:sp>
          <p:nvSpPr>
            <p:cNvPr id="41994" name="Rectangle 7"/>
            <p:cNvSpPr>
              <a:spLocks noChangeArrowheads="1"/>
            </p:cNvSpPr>
            <p:nvPr/>
          </p:nvSpPr>
          <p:spPr bwMode="auto">
            <a:xfrm>
              <a:off x="432" y="2448"/>
              <a:ext cx="489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</a:pPr>
              <a:r>
                <a:rPr lang="en-US" sz="2800"/>
                <a:t>Let’s add it back:</a:t>
              </a:r>
            </a:p>
          </p:txBody>
        </p:sp>
        <p:grpSp>
          <p:nvGrpSpPr>
            <p:cNvPr id="9" name="Group 24"/>
            <p:cNvGrpSpPr>
              <a:grpSpLocks/>
            </p:cNvGrpSpPr>
            <p:nvPr/>
          </p:nvGrpSpPr>
          <p:grpSpPr bwMode="auto">
            <a:xfrm>
              <a:off x="336" y="2784"/>
              <a:ext cx="1359" cy="1354"/>
              <a:chOff x="336" y="2784"/>
              <a:chExt cx="1505" cy="1499"/>
            </a:xfrm>
          </p:grpSpPr>
          <p:pic>
            <p:nvPicPr>
              <p:cNvPr id="42000" name="Picture 8" descr="lena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36" y="2784"/>
                <a:ext cx="1488" cy="14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2001" name="Text Box 13"/>
              <p:cNvSpPr txBox="1">
                <a:spLocks noChangeArrowheads="1"/>
              </p:cNvSpPr>
              <p:nvPr/>
            </p:nvSpPr>
            <p:spPr bwMode="auto">
              <a:xfrm>
                <a:off x="1200" y="4049"/>
                <a:ext cx="641" cy="2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b="1">
                    <a:solidFill>
                      <a:schemeClr val="bg1"/>
                    </a:solidFill>
                  </a:rPr>
                  <a:t>original</a:t>
                </a:r>
              </a:p>
            </p:txBody>
          </p:sp>
        </p:grpSp>
        <p:grpSp>
          <p:nvGrpSpPr>
            <p:cNvPr id="10" name="Group 25"/>
            <p:cNvGrpSpPr>
              <a:grpSpLocks/>
            </p:cNvGrpSpPr>
            <p:nvPr/>
          </p:nvGrpSpPr>
          <p:grpSpPr bwMode="auto">
            <a:xfrm>
              <a:off x="2256" y="2784"/>
              <a:ext cx="1351" cy="1354"/>
              <a:chOff x="2256" y="2784"/>
              <a:chExt cx="1496" cy="1499"/>
            </a:xfrm>
          </p:grpSpPr>
          <p:pic>
            <p:nvPicPr>
              <p:cNvPr id="41998" name="Picture 9" descr="lena_diff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2256" y="2784"/>
                <a:ext cx="1488" cy="14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1999" name="Text Box 14"/>
              <p:cNvSpPr txBox="1">
                <a:spLocks noChangeArrowheads="1"/>
              </p:cNvSpPr>
              <p:nvPr/>
            </p:nvSpPr>
            <p:spPr bwMode="auto">
              <a:xfrm>
                <a:off x="3252" y="4049"/>
                <a:ext cx="500" cy="2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b="1">
                    <a:solidFill>
                      <a:schemeClr val="bg1"/>
                    </a:solidFill>
                  </a:rPr>
                  <a:t>detail</a:t>
                </a:r>
              </a:p>
            </p:txBody>
          </p:sp>
        </p:grpSp>
        <p:sp>
          <p:nvSpPr>
            <p:cNvPr id="41997" name="Text Box 20"/>
            <p:cNvSpPr txBox="1">
              <a:spLocks noChangeArrowheads="1"/>
            </p:cNvSpPr>
            <p:nvPr/>
          </p:nvSpPr>
          <p:spPr bwMode="auto">
            <a:xfrm>
              <a:off x="1776" y="3264"/>
              <a:ext cx="451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200" dirty="0"/>
                <a:t>+ </a:t>
              </a:r>
              <a:r>
                <a:rPr lang="el-GR" sz="3200" dirty="0"/>
                <a:t>α</a:t>
              </a:r>
            </a:p>
          </p:txBody>
        </p:sp>
      </p:grpSp>
      <p:sp>
        <p:nvSpPr>
          <p:cNvPr id="30" name="Text Box 5"/>
          <p:cNvSpPr txBox="1">
            <a:spLocks noChangeArrowheads="1"/>
          </p:cNvSpPr>
          <p:nvPr/>
        </p:nvSpPr>
        <p:spPr bwMode="auto">
          <a:xfrm>
            <a:off x="7391400" y="6553200"/>
            <a:ext cx="156619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/>
              <a:t>Source: S. Lazebnik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Filters: Thresholding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981200"/>
            <a:ext cx="2921000" cy="2743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81200"/>
            <a:ext cx="2921000" cy="2743200"/>
          </a:xfrm>
          <a:prstGeom prst="rect">
            <a:avLst/>
          </a:prstGeom>
        </p:spPr>
      </p:pic>
      <p:pic>
        <p:nvPicPr>
          <p:cNvPr id="10" name="Picture 9" descr="CodeCogsEqn-4.gi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0" y="5346700"/>
            <a:ext cx="50038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36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Szeliski, Chapter 3.1-3.2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0537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G[i,j] = \sum_{u=-k}^{k} \sum_{v=-k}^{k} H[u,v] F[i+u,j+v]&#10;\]&#10;\end{document}&#10;"/>
  <p:tag name="EXTERNALNAME" val="Edittex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1473.25"/>
  <p:tag name="PICTUREFILESIZE" val="50190"/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G = H \otimes F&#10;\]&#10;\end{document}&#10;"/>
  <p:tag name="EXTERNALNAME" val="Edittex"/>
  <p:tag name="BLEND" val="False"/>
  <p:tag name="TRANSPARENT" val="False"/>
  <p:tag name="BITMAPFORMAT" val="bmpmono"/>
  <p:tag name="DEBUGINTERACTIVE" val="True"/>
  <p:tag name="ORIGWIDTH" val="405"/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small&#10;\[ \frac{1}{9} &#10;\]&#10;\end{document}&#10;"/>
  <p:tag name="EXTERNALNAME" val="txp_fig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12"/>
  <p:tag name="PICTUREFILESIZE" val="126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small&#10;\[ \frac{1}{9} &#10;\]&#10;\end{document}&#10;"/>
  <p:tag name="EXTERNALNAME" val="txp_fig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12"/>
  <p:tag name="PICTUREFILESIZE" val="126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 G_{\sigma} =  \frac{1}{2 \pi \sigma^{2}} e^{-\frac{(x^{2} + y^{2})}{2 \sigma^{2}}} \]&#10;\end{document}&#10;"/>
  <p:tag name="EXTERNALNAME" val="txp_fig"/>
  <p:tag name="BLEND" val="False"/>
  <p:tag name="TRANSPARENT" val="True"/>
  <p:tag name="KEEPFILES" val="False"/>
  <p:tag name="DEBUGPAUSE" val="False"/>
  <p:tag name="RESOLUTION" val="300"/>
  <p:tag name="TIMEOUT" val="(none)"/>
  <p:tag name="BOXWIDTH" val="348"/>
  <p:tag name="BOXHEIGHT" val="296"/>
  <p:tag name="BOXFONT" val="10"/>
  <p:tag name="BOXWRAP" val="False"/>
  <p:tag name="WORKAROUNDTRANSPARENCYBUG" val="False"/>
  <p:tag name="BITMAPFORMAT" val="bmpmono"/>
  <p:tag name="DEBUGINTERACTIVE" val="True"/>
  <p:tag name="ORIGWIDTH" val="194.875"/>
  <p:tag name="PICTUREFILESIZE" val="21694"/>
</p:tagLst>
</file>

<file path=ppt/theme/theme1.xml><?xml version="1.0" encoding="utf-8"?>
<a:theme xmlns:a="http://schemas.openxmlformats.org/drawingml/2006/main" name="custom1">
  <a:themeElements>
    <a:clrScheme name="custom1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custom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custom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7272</TotalTime>
  <Words>1252</Words>
  <Application>Microsoft Office PowerPoint</Application>
  <PresentationFormat>On-screen Show (4:3)</PresentationFormat>
  <Paragraphs>617</Paragraphs>
  <Slides>32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Myriad Roman</vt:lpstr>
      <vt:lpstr>Arial</vt:lpstr>
      <vt:lpstr>Calibri</vt:lpstr>
      <vt:lpstr>Courier New</vt:lpstr>
      <vt:lpstr>Tahoma</vt:lpstr>
      <vt:lpstr>Times</vt:lpstr>
      <vt:lpstr>Times New Roman</vt:lpstr>
      <vt:lpstr>Wingdings</vt:lpstr>
      <vt:lpstr>custom1</vt:lpstr>
      <vt:lpstr>Equation</vt:lpstr>
      <vt:lpstr>Photo Editor Photo</vt:lpstr>
      <vt:lpstr> CS 5187: Vision and Image Lecture 1-2 Image Filtering</vt:lpstr>
      <vt:lpstr>What is an image?</vt:lpstr>
      <vt:lpstr>What is an image?</vt:lpstr>
      <vt:lpstr>What is an image?</vt:lpstr>
      <vt:lpstr>What is an image?</vt:lpstr>
      <vt:lpstr>Image transformations</vt:lpstr>
      <vt:lpstr>Filters</vt:lpstr>
      <vt:lpstr>Image Processing problems</vt:lpstr>
      <vt:lpstr>Question: Noise reduction</vt:lpstr>
      <vt:lpstr>Image filtering</vt:lpstr>
      <vt:lpstr>Linear filtering</vt:lpstr>
      <vt:lpstr>Cross-correlation</vt:lpstr>
      <vt:lpstr>Convolution</vt:lpstr>
      <vt:lpstr>Mean filtering</vt:lpstr>
      <vt:lpstr>Mean filtering/Moving average</vt:lpstr>
      <vt:lpstr>Mean filtering/Moving average</vt:lpstr>
      <vt:lpstr>Mean filtering/Moving average</vt:lpstr>
      <vt:lpstr>Mean filtering/Moving average</vt:lpstr>
      <vt:lpstr>Mean filtering/Moving average</vt:lpstr>
      <vt:lpstr>Mean filtering/Moving average</vt:lpstr>
      <vt:lpstr>Linear filters: examples</vt:lpstr>
      <vt:lpstr>Linear filters: examples</vt:lpstr>
      <vt:lpstr>Linear filters: examples</vt:lpstr>
      <vt:lpstr>Linear filters: examples</vt:lpstr>
      <vt:lpstr>Sharpening</vt:lpstr>
      <vt:lpstr>Gaussian Kernel</vt:lpstr>
      <vt:lpstr>Gaussian filters</vt:lpstr>
      <vt:lpstr>Mean vs. Gaussian filtering</vt:lpstr>
      <vt:lpstr>Gaussian filter</vt:lpstr>
      <vt:lpstr>Sharpening revisited</vt:lpstr>
      <vt:lpstr>Filters: Thresholding</vt:lpstr>
      <vt:lpstr>Reading Material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Images and image filtering</dc:title>
  <dc:creator>Noah Snavely</dc:creator>
  <cp:lastModifiedBy>Prof. WU Dapeng</cp:lastModifiedBy>
  <cp:revision>180</cp:revision>
  <dcterms:created xsi:type="dcterms:W3CDTF">2009-08-25T02:47:59Z</dcterms:created>
  <dcterms:modified xsi:type="dcterms:W3CDTF">2026-08-24T10:14:26Z</dcterms:modified>
</cp:coreProperties>
</file>