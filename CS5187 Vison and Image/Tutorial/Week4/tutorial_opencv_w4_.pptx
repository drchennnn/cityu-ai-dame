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9" r:id="rId3"/>
    <p:sldId id="260" r:id="rId4"/>
    <p:sldId id="261" r:id="rId5"/>
    <p:sldId id="269" r:id="rId6"/>
    <p:sldId id="264" r:id="rId7"/>
    <p:sldId id="262" r:id="rId8"/>
    <p:sldId id="265" r:id="rId9"/>
    <p:sldId id="266" r:id="rId10"/>
    <p:sldId id="268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99" autoAdjust="0"/>
    <p:restoredTop sz="85106" autoAdjust="0"/>
  </p:normalViewPr>
  <p:slideViewPr>
    <p:cSldViewPr snapToGrid="0">
      <p:cViewPr>
        <p:scale>
          <a:sx n="75" d="100"/>
          <a:sy n="75" d="100"/>
        </p:scale>
        <p:origin x="1037" y="-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43296-031B-4E62-BD23-3AACAECB7C3D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DD91D-34FF-4F61-ABD7-E097FE452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47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DD91D-34FF-4F61-ABD7-E097FE4529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069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first exercise, we have to replace the face region of this picture with corresponding mos</a:t>
            </a:r>
            <a:r>
              <a:rPr lang="en-US" altLang="zh-CN" dirty="0"/>
              <a:t>a</a:t>
            </a:r>
            <a:r>
              <a:rPr lang="en-US" dirty="0"/>
              <a:t>ic to protect the privacy.</a:t>
            </a:r>
          </a:p>
          <a:p>
            <a:r>
              <a:rPr lang="en-US" dirty="0"/>
              <a:t>The larger down-sampling interval s we set, the more blurry the resulting image will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DD91D-34FF-4F61-ABD7-E097FE4529C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50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DD91D-34FF-4F61-ABD7-E097FE4529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477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thing we need to do is to define the sharpening kernel, we just use the 3by3 one we have learned in lecture. </a:t>
            </a:r>
          </a:p>
          <a:p>
            <a:r>
              <a:rPr lang="en-US" dirty="0"/>
              <a:t>We create a 2d </a:t>
            </a:r>
            <a:r>
              <a:rPr lang="en-US" dirty="0" err="1"/>
              <a:t>numpy</a:t>
            </a:r>
            <a:r>
              <a:rPr lang="en-US" dirty="0"/>
              <a:t> array to store it. </a:t>
            </a:r>
          </a:p>
          <a:p>
            <a:r>
              <a:rPr lang="en-US" dirty="0"/>
              <a:t>Then we use cv2.f …</a:t>
            </a:r>
          </a:p>
          <a:p>
            <a:r>
              <a:rPr lang="en-US" dirty="0"/>
              <a:t>It has 3 input parameters (introduce …)</a:t>
            </a:r>
          </a:p>
          <a:p>
            <a:r>
              <a:rPr lang="en-US" dirty="0"/>
              <a:t>I think it is quite straightforward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DD91D-34FF-4F61-ABD7-E097FE4529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98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baseline="0" dirty="0">
                <a:latin typeface="Calibri" panose="020F0502020204030204" pitchFamily="34" charset="0"/>
              </a:rPr>
              <a:t>For the Motion blur task, it could be regarded as a kind of blur that only happened in one direction</a:t>
            </a:r>
            <a:endParaRPr lang="en-US" altLang="zh-CN" dirty="0"/>
          </a:p>
          <a:p>
            <a:r>
              <a:rPr lang="en-US" altLang="zh-CN" dirty="0"/>
              <a:t>We have learned </a:t>
            </a:r>
            <a:r>
              <a:rPr lang="en-US" altLang="zh-CN" dirty="0" err="1"/>
              <a:t>Guassian</a:t>
            </a:r>
            <a:r>
              <a:rPr lang="en-US" altLang="zh-CN" dirty="0"/>
              <a:t> blur in the lecture, we average the small region in all directions, but to add motion blur, we only want to do averaging in one specific direction. For </a:t>
            </a:r>
            <a:r>
              <a:rPr lang="en-US" altLang="zh-CN" dirty="0" err="1"/>
              <a:t>exm</a:t>
            </a:r>
            <a:r>
              <a:rPr lang="en-US" altLang="zh-CN" dirty="0"/>
              <a:t>, the horizontal.</a:t>
            </a:r>
          </a:p>
          <a:p>
            <a:r>
              <a:rPr lang="en-US" altLang="zh-CN" dirty="0"/>
              <a:t>So we create a 2D kernel  that has non-zero values in the middle row.</a:t>
            </a:r>
          </a:p>
          <a:p>
            <a:r>
              <a:rPr lang="en-US" altLang="zh-CN" dirty="0"/>
              <a:t>The larger the kernel size we set, the more obvious the motion blur will 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DD91D-34FF-4F61-ABD7-E097FE4529C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73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DD91D-34FF-4F61-ABD7-E097FE4529C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order to complete the last programming exercise, we can use Laplacian and bilateral filters for this task.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DD91D-34FF-4F61-ABD7-E097FE4529C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26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1800" b="0" i="0" u="none" strike="noStrike" baseline="0" dirty="0">
                <a:latin typeface="Calibri" panose="020F0502020204030204" pitchFamily="34" charset="0"/>
              </a:rPr>
              <a:t>First, we use the median filter to reduce the image noise.</a:t>
            </a:r>
          </a:p>
          <a:p>
            <a:pPr algn="l"/>
            <a:r>
              <a:rPr lang="en-US" altLang="zh-CN" sz="1800" b="0" i="0" u="none" strike="noStrike" baseline="0" dirty="0">
                <a:latin typeface="Calibri" panose="020F0502020204030204" pitchFamily="34" charset="0"/>
              </a:rPr>
              <a:t>And then, we apply the Laplacian filter to detect the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DD91D-34FF-4F61-ABD7-E097FE4529C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56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baseline="0" dirty="0">
                <a:latin typeface="Calibri" panose="020F0502020204030204" pitchFamily="34" charset="0"/>
              </a:rPr>
              <a:t>Next, we can use the bilateral filter to keep the edges intact.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DD91D-34FF-4F61-ABD7-E097FE4529C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82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u="none" strike="noStrike" baseline="0" dirty="0">
                <a:latin typeface="Calibri" panose="020F0502020204030204" pitchFamily="34" charset="0"/>
              </a:rPr>
              <a:t>Finally, we can obtain the result by combing these two filtered images.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DD91D-34FF-4F61-ABD7-E097FE4529C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22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DD91D-34FF-4F61-ABD7-E097FE4529C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7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BE6C-6081-41BD-A829-825630A2A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DFDB92-87B9-462C-9514-17401A1C66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DADE1-5FD4-4522-A7DE-29650262E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97A6-5606-401B-9D95-BD09845BE62F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A3D49-6C6A-4B65-ACAC-8728BB52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B8D38-6A99-4FA4-B017-0A85F217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48E9-2A6F-45EB-BBB9-B803E92A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6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17FEE-49DE-4718-BBD1-984762CD5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C3967-7048-4A35-A6BF-A1F902501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B9DA9-7918-46D8-B2B9-03E00F593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97A6-5606-401B-9D95-BD09845BE62F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A9BE3-69BD-48EE-8C73-AE1C2B2C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BE8C-6F9E-43E4-8829-074550C28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48E9-2A6F-45EB-BBB9-B803E92A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19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2FFE-53F2-43B5-938E-F302FA484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CB54A-E822-44D6-A13F-866D15B32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FC172-D64D-407A-97DD-F8D16D0FA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97A6-5606-401B-9D95-BD09845BE62F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8ECD4-71C9-462B-888F-70AB16099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FEEF7-DB21-4D6B-8666-2EE9533A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48E9-2A6F-45EB-BBB9-B803E92A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7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37AA-37AD-4AE2-BE4F-32CA19F2B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A644C-1521-46AE-A1DB-BA84D50A9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B0F4A-6FDC-4336-810E-CA3932D9F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F4BF8-EF45-4D32-B92F-64DED9A8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97A6-5606-401B-9D95-BD09845BE62F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A3F44-D76F-4FA7-9A14-25229C03A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3BB56-1D33-4D56-9CF0-71AA83AF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48E9-2A6F-45EB-BBB9-B803E92A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597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86BCF-066B-4802-9F75-F0C87088E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D9AA1-5A4E-49F2-AAEB-6A02193BB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B20DD3-8C00-4C1F-8003-06194D313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4BFE49-CD18-462F-B1F0-81E32A49D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D42353-25CC-4174-AEDC-5DDA9A0A0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78073A-B76B-4923-9CEC-6A0EE5E67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97A6-5606-401B-9D95-BD09845BE62F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FA9DB-2A70-4386-AFE8-9A652334B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B98B5-D872-47D7-8B9B-F4C07B6E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48E9-2A6F-45EB-BBB9-B803E92A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59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3A14A-F3AF-4593-AA6C-1FAEF34BD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7E683-BE86-4DA6-BD28-90AC5B797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97A6-5606-401B-9D95-BD09845BE62F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9EACA-874A-4E8A-B381-0F6735940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A5BD4-83B9-4B40-9A65-DFD183B8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48E9-2A6F-45EB-BBB9-B803E92A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0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9B456E-771C-45C7-AD77-193903BB7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97A6-5606-401B-9D95-BD09845BE62F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E3D188-A925-44BF-ADBB-46EF18655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6C1AD-EB0C-4354-B750-16B674A3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48E9-2A6F-45EB-BBB9-B803E92A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5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C7479-2BF9-4A53-914B-41E57E37E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E5445-3225-42CD-B073-FE48281F7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0E154-E09E-4FE9-B8AE-8F59A3F1D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C98AB-A144-4475-8FB0-C9C4EE1E3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97A6-5606-401B-9D95-BD09845BE62F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43D819-8DD3-4960-824B-39AE01A52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ADDBB-9B02-4FC8-A981-C6846802A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48E9-2A6F-45EB-BBB9-B803E92A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4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143A1-3300-4870-8D62-B5E35461F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A0A06-A7FA-454C-BB56-2EC3AA28E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46A81-C108-4FAC-9BF9-8DE3560D1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E8DA0-E148-41D0-8CBB-BD34B5B8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97A6-5606-401B-9D95-BD09845BE62F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554F8-131F-4839-9A03-986916925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A90FA-09EF-4359-8896-D9E49BEBF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48E9-2A6F-45EB-BBB9-B803E92A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5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A27A-08F7-4EDF-B706-E68E3EA5E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3790A-A4DB-4F6E-A3EB-5F8D7AA83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3F3C6-850C-4598-929B-337E23BF4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97A6-5606-401B-9D95-BD09845BE62F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34D4B-2FCF-4593-82AD-9F3D56C5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2B9A2-87F7-4C6A-845F-A702DD4E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48E9-2A6F-45EB-BBB9-B803E92A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35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79153A-5A23-4E7F-AFD0-E816C321E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F2C67A-BAC4-4676-95F6-BD7E1829F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2A658-AF05-48F9-A68C-C7C44A6B5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997A6-5606-401B-9D95-BD09845BE62F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5B455-963D-4E87-AC68-E7057D3F7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CEA89-C190-4061-9D3E-66919341C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948E9-2A6F-45EB-BBB9-B803E92A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32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57BD20-6A77-46E9-8638-89EC66813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94823-2E19-4092-8527-5E33989EB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F78DF-31B6-40A5-B809-791C64B2A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997A6-5606-401B-9D95-BD09845BE62F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8403A-9A99-4113-A42B-2639E67239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2FDCC-D600-4D74-9679-AB7DC935FC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948E9-2A6F-45EB-BBB9-B803E92A5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86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4.jpg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upload.wikimedia.org/wikipedia/commons/thumb/3/32/OpenCV_Logo_with_text_svg_version.svg/1200px-OpenCV_Logo_with_text_svg_version.svg.png">
            <a:extLst>
              <a:ext uri="{FF2B5EF4-FFF2-40B4-BE49-F238E27FC236}">
                <a16:creationId xmlns:a16="http://schemas.microsoft.com/office/drawing/2014/main" id="{79FCA91D-ABE8-4BE4-8F9D-8ACD80DFE7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573" y="4701222"/>
            <a:ext cx="1300853" cy="1602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728144"/>
            <a:ext cx="12192000" cy="4451452"/>
          </a:xfrm>
        </p:spPr>
        <p:txBody>
          <a:bodyPr anchor="t">
            <a:normAutofit/>
          </a:bodyPr>
          <a:lstStyle/>
          <a:p>
            <a:br>
              <a:rPr lang="en-US" dirty="0"/>
            </a:br>
            <a:r>
              <a:rPr lang="en-US" dirty="0"/>
              <a:t>Programming Exercises </a:t>
            </a:r>
            <a:br>
              <a:rPr lang="en-US" dirty="0"/>
            </a:br>
            <a:r>
              <a:rPr lang="en-US" dirty="0"/>
              <a:t>using OpenCV</a:t>
            </a:r>
            <a:br>
              <a:rPr lang="en-US" dirty="0"/>
            </a:br>
            <a:r>
              <a:rPr lang="en-US" sz="4000" dirty="0"/>
              <a:t> </a:t>
            </a:r>
            <a:br>
              <a:rPr lang="en-US" dirty="0"/>
            </a:br>
            <a:r>
              <a:rPr lang="en-US" sz="3200" dirty="0"/>
              <a:t>tutorial week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16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230422-374D-214E-485E-FC0E48446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-135618"/>
            <a:ext cx="10515600" cy="1325563"/>
          </a:xfrm>
        </p:spPr>
        <p:txBody>
          <a:bodyPr/>
          <a:lstStyle/>
          <a:p>
            <a:r>
              <a:rPr lang="en-US" dirty="0"/>
              <a:t>ex</a:t>
            </a:r>
            <a:r>
              <a:rPr lang="en-US" altLang="zh-CN" dirty="0"/>
              <a:t>1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398E0A-B513-F9AB-3F80-6CA38478D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416612"/>
            <a:ext cx="7772400" cy="529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9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49B48A9C-44BC-C308-0775-D3DBAB0D5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364" y="1733422"/>
            <a:ext cx="3988134" cy="27949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406D11-37C6-EC9F-F5D2-5FE2C665F8DF}"/>
              </a:ext>
            </a:extLst>
          </p:cNvPr>
          <p:cNvSpPr txBox="1"/>
          <p:nvPr/>
        </p:nvSpPr>
        <p:spPr>
          <a:xfrm>
            <a:off x="2839572" y="4588985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 = 20</a:t>
            </a:r>
          </a:p>
        </p:txBody>
      </p:sp>
      <p:pic>
        <p:nvPicPr>
          <p:cNvPr id="9" name="Picture 8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2E557B44-DC4A-2863-14D2-87085E29B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589" y="335963"/>
            <a:ext cx="3988134" cy="27949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 descr="A picture containing person, indoor, person&#10;&#10;Description automatically generated">
            <a:extLst>
              <a:ext uri="{FF2B5EF4-FFF2-40B4-BE49-F238E27FC236}">
                <a16:creationId xmlns:a16="http://schemas.microsoft.com/office/drawing/2014/main" id="{89AE623F-A7CA-40C0-F8DC-7586376B8B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1589" y="3621504"/>
            <a:ext cx="3988134" cy="27949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775D45-5AFA-6D39-CFB9-3F93315EE0D4}"/>
              </a:ext>
            </a:extLst>
          </p:cNvPr>
          <p:cNvSpPr txBox="1"/>
          <p:nvPr/>
        </p:nvSpPr>
        <p:spPr>
          <a:xfrm>
            <a:off x="8322795" y="6488668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 = 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1CDDF-3B2A-8584-7DF0-A69E37C4A3DB}"/>
              </a:ext>
            </a:extLst>
          </p:cNvPr>
          <p:cNvSpPr txBox="1"/>
          <p:nvPr/>
        </p:nvSpPr>
        <p:spPr>
          <a:xfrm>
            <a:off x="8322796" y="320312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 = 40</a:t>
            </a:r>
          </a:p>
        </p:txBody>
      </p:sp>
    </p:spTree>
    <p:extLst>
      <p:ext uri="{BB962C8B-B14F-4D97-AF65-F5344CB8AC3E}">
        <p14:creationId xmlns:p14="http://schemas.microsoft.com/office/powerpoint/2010/main" val="1361678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230422-374D-214E-485E-FC0E48446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-135618"/>
            <a:ext cx="10515600" cy="1325563"/>
          </a:xfrm>
        </p:spPr>
        <p:txBody>
          <a:bodyPr/>
          <a:lstStyle/>
          <a:p>
            <a:r>
              <a:rPr lang="en-US" dirty="0"/>
              <a:t>ex</a:t>
            </a:r>
            <a:r>
              <a:rPr lang="en-US" altLang="zh-CN" dirty="0"/>
              <a:t>2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C441E4-A427-4D9B-62A6-2B77962DF8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9763"/>
          <a:stretch/>
        </p:blipFill>
        <p:spPr>
          <a:xfrm>
            <a:off x="620486" y="1333387"/>
            <a:ext cx="7018421" cy="1907524"/>
          </a:xfrm>
          <a:prstGeom prst="rect">
            <a:avLst/>
          </a:prstGeom>
        </p:spPr>
      </p:pic>
      <p:cxnSp>
        <p:nvCxnSpPr>
          <p:cNvPr id="3" name="Straight Arrow Connector 8">
            <a:extLst>
              <a:ext uri="{FF2B5EF4-FFF2-40B4-BE49-F238E27FC236}">
                <a16:creationId xmlns:a16="http://schemas.microsoft.com/office/drawing/2014/main" id="{12CA149F-E9CF-3F6D-CF02-2146B725BFA4}"/>
              </a:ext>
            </a:extLst>
          </p:cNvPr>
          <p:cNvCxnSpPr>
            <a:cxnSpLocks/>
          </p:cNvCxnSpPr>
          <p:nvPr/>
        </p:nvCxnSpPr>
        <p:spPr>
          <a:xfrm>
            <a:off x="4362786" y="2875564"/>
            <a:ext cx="513879" cy="4561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10">
            <a:extLst>
              <a:ext uri="{FF2B5EF4-FFF2-40B4-BE49-F238E27FC236}">
                <a16:creationId xmlns:a16="http://schemas.microsoft.com/office/drawing/2014/main" id="{B49F6201-50CC-B3E4-EEBC-F38564245729}"/>
              </a:ext>
            </a:extLst>
          </p:cNvPr>
          <p:cNvSpPr txBox="1"/>
          <p:nvPr/>
        </p:nvSpPr>
        <p:spPr>
          <a:xfrm>
            <a:off x="4919624" y="3046182"/>
            <a:ext cx="4165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b="0" i="1" dirty="0">
                <a:solidFill>
                  <a:srgbClr val="000000"/>
                </a:solidFill>
                <a:effectLst/>
                <a:latin typeface="Helvetica" pitchFamily="2" charset="0"/>
              </a:rPr>
              <a:t>when </a:t>
            </a:r>
            <a:r>
              <a:rPr lang="en-HK" b="0" i="1" dirty="0" err="1">
                <a:solidFill>
                  <a:srgbClr val="000000"/>
                </a:solidFill>
                <a:effectLst/>
                <a:latin typeface="Helvetica" pitchFamily="2" charset="0"/>
              </a:rPr>
              <a:t>ddepth</a:t>
            </a:r>
            <a:r>
              <a:rPr lang="en-HK" b="0" i="1" dirty="0">
                <a:solidFill>
                  <a:srgbClr val="000000"/>
                </a:solidFill>
                <a:effectLst/>
                <a:latin typeface="Helvetica" pitchFamily="2" charset="0"/>
              </a:rPr>
              <a:t>=-1, the output image will have the same depth as the source.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00570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230422-374D-214E-485E-FC0E48446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-135618"/>
            <a:ext cx="10515600" cy="1325563"/>
          </a:xfrm>
        </p:spPr>
        <p:txBody>
          <a:bodyPr/>
          <a:lstStyle/>
          <a:p>
            <a:r>
              <a:rPr lang="en-US" dirty="0"/>
              <a:t>ex</a:t>
            </a:r>
            <a:r>
              <a:rPr lang="en-US" altLang="zh-CN" dirty="0"/>
              <a:t>2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C441E4-A427-4D9B-62A6-2B77962DF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6" y="1333387"/>
            <a:ext cx="7018421" cy="4740716"/>
          </a:xfrm>
          <a:prstGeom prst="rect">
            <a:avLst/>
          </a:prstGeom>
        </p:spPr>
      </p:pic>
      <p:grpSp>
        <p:nvGrpSpPr>
          <p:cNvPr id="237" name="Group 236">
            <a:extLst>
              <a:ext uri="{FF2B5EF4-FFF2-40B4-BE49-F238E27FC236}">
                <a16:creationId xmlns:a16="http://schemas.microsoft.com/office/drawing/2014/main" id="{C8C587F7-1D89-5914-F5C0-1BBBF81C5AB3}"/>
              </a:ext>
            </a:extLst>
          </p:cNvPr>
          <p:cNvGrpSpPr/>
          <p:nvPr/>
        </p:nvGrpSpPr>
        <p:grpSpPr>
          <a:xfrm>
            <a:off x="9287299" y="3703745"/>
            <a:ext cx="1444894" cy="1444894"/>
            <a:chOff x="8842130" y="3184544"/>
            <a:chExt cx="1444894" cy="144489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A9D8652-0D8D-7130-CD02-47D6C4A348DC}"/>
                </a:ext>
              </a:extLst>
            </p:cNvPr>
            <p:cNvSpPr/>
            <p:nvPr/>
          </p:nvSpPr>
          <p:spPr>
            <a:xfrm flipH="1" flipV="1">
              <a:off x="8842130" y="318454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6E35AA-7EE6-EDFD-AA97-4C0311AA02E4}"/>
                </a:ext>
              </a:extLst>
            </p:cNvPr>
            <p:cNvSpPr/>
            <p:nvPr/>
          </p:nvSpPr>
          <p:spPr>
            <a:xfrm flipH="1" flipV="1">
              <a:off x="8842130" y="344725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9835D8-5AC9-79AC-28C0-28CEE77C79F8}"/>
                </a:ext>
              </a:extLst>
            </p:cNvPr>
            <p:cNvSpPr/>
            <p:nvPr/>
          </p:nvSpPr>
          <p:spPr>
            <a:xfrm flipH="1" flipV="1">
              <a:off x="8842130" y="370996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8E45772-E2C2-A39A-CD5F-76088ADBBB7B}"/>
                </a:ext>
              </a:extLst>
            </p:cNvPr>
            <p:cNvSpPr/>
            <p:nvPr/>
          </p:nvSpPr>
          <p:spPr>
            <a:xfrm flipH="1" flipV="1">
              <a:off x="8842130" y="397266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C971F5C-7A49-0BA2-473E-72E5D06A24F9}"/>
                </a:ext>
              </a:extLst>
            </p:cNvPr>
            <p:cNvSpPr/>
            <p:nvPr/>
          </p:nvSpPr>
          <p:spPr>
            <a:xfrm flipH="1" flipV="1">
              <a:off x="8842130" y="423537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744FDF31-D115-B82B-060A-7F8C8E8F93D0}"/>
                </a:ext>
              </a:extLst>
            </p:cNvPr>
            <p:cNvSpPr/>
            <p:nvPr/>
          </p:nvSpPr>
          <p:spPr>
            <a:xfrm flipH="1" flipV="1">
              <a:off x="8842130" y="331589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CBE26FE-3556-4F3D-EA28-6C6A2F56BFAE}"/>
                </a:ext>
              </a:extLst>
            </p:cNvPr>
            <p:cNvSpPr/>
            <p:nvPr/>
          </p:nvSpPr>
          <p:spPr>
            <a:xfrm flipH="1" flipV="1">
              <a:off x="8842130" y="357860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21664F5-FA7C-E8D0-A9E3-988D457067F6}"/>
                </a:ext>
              </a:extLst>
            </p:cNvPr>
            <p:cNvSpPr/>
            <p:nvPr/>
          </p:nvSpPr>
          <p:spPr>
            <a:xfrm flipH="1" flipV="1">
              <a:off x="8842130" y="3841314"/>
              <a:ext cx="131354" cy="13135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1A47AD6-2108-01D4-1EC0-21E7AC6F46A4}"/>
                </a:ext>
              </a:extLst>
            </p:cNvPr>
            <p:cNvSpPr/>
            <p:nvPr/>
          </p:nvSpPr>
          <p:spPr>
            <a:xfrm flipH="1" flipV="1">
              <a:off x="8842130" y="410402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476B2CF1-AC23-9BCE-F222-DF6B9E9866CF}"/>
                </a:ext>
              </a:extLst>
            </p:cNvPr>
            <p:cNvSpPr/>
            <p:nvPr/>
          </p:nvSpPr>
          <p:spPr>
            <a:xfrm flipH="1" flipV="1">
              <a:off x="8842130" y="436673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EBDB0585-27C0-90A3-1A0A-D38C792339BC}"/>
                </a:ext>
              </a:extLst>
            </p:cNvPr>
            <p:cNvSpPr/>
            <p:nvPr/>
          </p:nvSpPr>
          <p:spPr>
            <a:xfrm flipH="1" flipV="1">
              <a:off x="8973484" y="318454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4223BDE-4E62-B6F8-63ED-C7FF7F92B293}"/>
                </a:ext>
              </a:extLst>
            </p:cNvPr>
            <p:cNvSpPr/>
            <p:nvPr/>
          </p:nvSpPr>
          <p:spPr>
            <a:xfrm flipH="1" flipV="1">
              <a:off x="8973484" y="344725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5D5182BE-82B6-5DC6-04AC-3B7D51492B13}"/>
                </a:ext>
              </a:extLst>
            </p:cNvPr>
            <p:cNvSpPr/>
            <p:nvPr/>
          </p:nvSpPr>
          <p:spPr>
            <a:xfrm flipH="1" flipV="1">
              <a:off x="8973484" y="370996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9D2DC520-033D-76DF-E183-39A708F614CD}"/>
                </a:ext>
              </a:extLst>
            </p:cNvPr>
            <p:cNvSpPr/>
            <p:nvPr/>
          </p:nvSpPr>
          <p:spPr>
            <a:xfrm flipH="1" flipV="1">
              <a:off x="8973484" y="397266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FBF700BE-91E9-EEC8-79AC-FBEDA3CCDF34}"/>
                </a:ext>
              </a:extLst>
            </p:cNvPr>
            <p:cNvSpPr/>
            <p:nvPr/>
          </p:nvSpPr>
          <p:spPr>
            <a:xfrm flipH="1" flipV="1">
              <a:off x="8973484" y="423537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76121EF8-EE2C-3B9B-D388-DAFC9BE87D54}"/>
                </a:ext>
              </a:extLst>
            </p:cNvPr>
            <p:cNvSpPr/>
            <p:nvPr/>
          </p:nvSpPr>
          <p:spPr>
            <a:xfrm flipH="1" flipV="1">
              <a:off x="8973484" y="331589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FA1A78A-490A-374B-6A1F-16668F71A91F}"/>
                </a:ext>
              </a:extLst>
            </p:cNvPr>
            <p:cNvSpPr/>
            <p:nvPr/>
          </p:nvSpPr>
          <p:spPr>
            <a:xfrm flipH="1" flipV="1">
              <a:off x="8973484" y="357860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50017FF2-5445-03A6-D658-9AA2D812EA50}"/>
                </a:ext>
              </a:extLst>
            </p:cNvPr>
            <p:cNvSpPr/>
            <p:nvPr/>
          </p:nvSpPr>
          <p:spPr>
            <a:xfrm flipH="1" flipV="1">
              <a:off x="8973484" y="3841314"/>
              <a:ext cx="131354" cy="13135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8C76F8C5-B39A-31B7-CE8C-7084BC6C0B01}"/>
                </a:ext>
              </a:extLst>
            </p:cNvPr>
            <p:cNvSpPr/>
            <p:nvPr/>
          </p:nvSpPr>
          <p:spPr>
            <a:xfrm flipH="1" flipV="1">
              <a:off x="8973484" y="410402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946048D-F4A3-99A2-11E2-322A8224EF51}"/>
                </a:ext>
              </a:extLst>
            </p:cNvPr>
            <p:cNvSpPr/>
            <p:nvPr/>
          </p:nvSpPr>
          <p:spPr>
            <a:xfrm flipH="1" flipV="1">
              <a:off x="8973484" y="436673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FA81FDE-8B14-429C-11DC-A95276E98DBB}"/>
                </a:ext>
              </a:extLst>
            </p:cNvPr>
            <p:cNvSpPr/>
            <p:nvPr/>
          </p:nvSpPr>
          <p:spPr>
            <a:xfrm flipH="1" flipV="1">
              <a:off x="9104838" y="318454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ECF22829-3969-C61F-E62D-65A4760F7B76}"/>
                </a:ext>
              </a:extLst>
            </p:cNvPr>
            <p:cNvSpPr/>
            <p:nvPr/>
          </p:nvSpPr>
          <p:spPr>
            <a:xfrm flipH="1" flipV="1">
              <a:off x="9104838" y="344725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540A222-85EF-B939-2719-3736EAB30D80}"/>
                </a:ext>
              </a:extLst>
            </p:cNvPr>
            <p:cNvSpPr/>
            <p:nvPr/>
          </p:nvSpPr>
          <p:spPr>
            <a:xfrm flipH="1" flipV="1">
              <a:off x="9104838" y="370996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EAB09AE2-10E5-CB63-0430-D0ADB7318EDB}"/>
                </a:ext>
              </a:extLst>
            </p:cNvPr>
            <p:cNvSpPr/>
            <p:nvPr/>
          </p:nvSpPr>
          <p:spPr>
            <a:xfrm flipH="1" flipV="1">
              <a:off x="9104838" y="397266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4023E95-2CBD-AD36-4D09-738492FAD2CF}"/>
                </a:ext>
              </a:extLst>
            </p:cNvPr>
            <p:cNvSpPr/>
            <p:nvPr/>
          </p:nvSpPr>
          <p:spPr>
            <a:xfrm flipH="1" flipV="1">
              <a:off x="9104838" y="423537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5FDB233D-86D0-4CE4-3125-3EC4EF0F478B}"/>
                </a:ext>
              </a:extLst>
            </p:cNvPr>
            <p:cNvSpPr/>
            <p:nvPr/>
          </p:nvSpPr>
          <p:spPr>
            <a:xfrm flipH="1" flipV="1">
              <a:off x="9104838" y="331589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98EF50B2-ADDF-856B-672F-EB6FB769F91D}"/>
                </a:ext>
              </a:extLst>
            </p:cNvPr>
            <p:cNvSpPr/>
            <p:nvPr/>
          </p:nvSpPr>
          <p:spPr>
            <a:xfrm flipH="1" flipV="1">
              <a:off x="9104838" y="357860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63D0014-0F50-FA34-4996-D779B0744836}"/>
                </a:ext>
              </a:extLst>
            </p:cNvPr>
            <p:cNvSpPr/>
            <p:nvPr/>
          </p:nvSpPr>
          <p:spPr>
            <a:xfrm flipH="1" flipV="1">
              <a:off x="9104838" y="3841314"/>
              <a:ext cx="131354" cy="13135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B5D82AFD-C654-8DEF-4361-E21B5665C484}"/>
                </a:ext>
              </a:extLst>
            </p:cNvPr>
            <p:cNvSpPr/>
            <p:nvPr/>
          </p:nvSpPr>
          <p:spPr>
            <a:xfrm flipH="1" flipV="1">
              <a:off x="9104838" y="410402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1F39DF4-8A72-C5E1-9C6C-A4427B5E0D46}"/>
                </a:ext>
              </a:extLst>
            </p:cNvPr>
            <p:cNvSpPr/>
            <p:nvPr/>
          </p:nvSpPr>
          <p:spPr>
            <a:xfrm flipH="1" flipV="1">
              <a:off x="9104838" y="436673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8B525F01-3892-0EB2-BB62-AB2046D1ED84}"/>
                </a:ext>
              </a:extLst>
            </p:cNvPr>
            <p:cNvSpPr/>
            <p:nvPr/>
          </p:nvSpPr>
          <p:spPr>
            <a:xfrm flipH="1" flipV="1">
              <a:off x="9236192" y="318454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352E0FDA-DA56-5E3F-3828-26F848F49AAD}"/>
                </a:ext>
              </a:extLst>
            </p:cNvPr>
            <p:cNvSpPr/>
            <p:nvPr/>
          </p:nvSpPr>
          <p:spPr>
            <a:xfrm flipH="1" flipV="1">
              <a:off x="9236192" y="344725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C6B11EF8-A8FD-BC8C-FA94-C6C368FC69B7}"/>
                </a:ext>
              </a:extLst>
            </p:cNvPr>
            <p:cNvSpPr/>
            <p:nvPr/>
          </p:nvSpPr>
          <p:spPr>
            <a:xfrm flipH="1" flipV="1">
              <a:off x="9236192" y="370996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7ED299A-681E-F5CD-9A1F-289F7BA235EA}"/>
                </a:ext>
              </a:extLst>
            </p:cNvPr>
            <p:cNvSpPr/>
            <p:nvPr/>
          </p:nvSpPr>
          <p:spPr>
            <a:xfrm flipH="1" flipV="1">
              <a:off x="9236192" y="397266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1D050A27-608C-145F-D35C-A8FCE2D2450C}"/>
                </a:ext>
              </a:extLst>
            </p:cNvPr>
            <p:cNvSpPr/>
            <p:nvPr/>
          </p:nvSpPr>
          <p:spPr>
            <a:xfrm flipH="1" flipV="1">
              <a:off x="9236192" y="423537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B87DB0ED-B3AB-A9C0-85BE-427CD6FAD4D6}"/>
                </a:ext>
              </a:extLst>
            </p:cNvPr>
            <p:cNvSpPr/>
            <p:nvPr/>
          </p:nvSpPr>
          <p:spPr>
            <a:xfrm flipH="1" flipV="1">
              <a:off x="9236192" y="331589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2BCF01AC-1CB7-E665-F1DB-4F7EF68DFDEC}"/>
                </a:ext>
              </a:extLst>
            </p:cNvPr>
            <p:cNvSpPr/>
            <p:nvPr/>
          </p:nvSpPr>
          <p:spPr>
            <a:xfrm flipH="1" flipV="1">
              <a:off x="9236192" y="357860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F9298C1E-5BFC-8497-7587-3650A9AE0D76}"/>
                </a:ext>
              </a:extLst>
            </p:cNvPr>
            <p:cNvSpPr/>
            <p:nvPr/>
          </p:nvSpPr>
          <p:spPr>
            <a:xfrm flipH="1" flipV="1">
              <a:off x="9236192" y="3841314"/>
              <a:ext cx="131354" cy="13135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32DFB76F-9ED6-A2E2-C10E-43FAF825A0E8}"/>
                </a:ext>
              </a:extLst>
            </p:cNvPr>
            <p:cNvSpPr/>
            <p:nvPr/>
          </p:nvSpPr>
          <p:spPr>
            <a:xfrm flipH="1" flipV="1">
              <a:off x="9236192" y="410402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38BD565-817E-19E6-551B-3D8FAEF50415}"/>
                </a:ext>
              </a:extLst>
            </p:cNvPr>
            <p:cNvSpPr/>
            <p:nvPr/>
          </p:nvSpPr>
          <p:spPr>
            <a:xfrm flipH="1" flipV="1">
              <a:off x="9236192" y="436673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AB65C0DC-61DB-E088-9DF9-40B147B26BBA}"/>
                </a:ext>
              </a:extLst>
            </p:cNvPr>
            <p:cNvSpPr/>
            <p:nvPr/>
          </p:nvSpPr>
          <p:spPr>
            <a:xfrm flipH="1" flipV="1">
              <a:off x="9367546" y="318454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2C028241-5591-9C6F-6E18-37EFB078FA0C}"/>
                </a:ext>
              </a:extLst>
            </p:cNvPr>
            <p:cNvSpPr/>
            <p:nvPr/>
          </p:nvSpPr>
          <p:spPr>
            <a:xfrm flipH="1" flipV="1">
              <a:off x="9367546" y="344725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801CF83C-FF5D-141E-217A-F67F935EC95A}"/>
                </a:ext>
              </a:extLst>
            </p:cNvPr>
            <p:cNvSpPr/>
            <p:nvPr/>
          </p:nvSpPr>
          <p:spPr>
            <a:xfrm flipH="1" flipV="1">
              <a:off x="9367546" y="370996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B8DF0F1E-B8F5-C7A0-245F-E7DA906B7188}"/>
                </a:ext>
              </a:extLst>
            </p:cNvPr>
            <p:cNvSpPr/>
            <p:nvPr/>
          </p:nvSpPr>
          <p:spPr>
            <a:xfrm flipH="1" flipV="1">
              <a:off x="9367546" y="397266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67AF266C-4522-0B3A-A98F-DA28F932A93D}"/>
                </a:ext>
              </a:extLst>
            </p:cNvPr>
            <p:cNvSpPr/>
            <p:nvPr/>
          </p:nvSpPr>
          <p:spPr>
            <a:xfrm flipH="1" flipV="1">
              <a:off x="9367546" y="423537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09F3AEBE-F466-EFF1-E6D5-DFD742151702}"/>
                </a:ext>
              </a:extLst>
            </p:cNvPr>
            <p:cNvSpPr/>
            <p:nvPr/>
          </p:nvSpPr>
          <p:spPr>
            <a:xfrm flipH="1" flipV="1">
              <a:off x="9367546" y="331589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58D7B420-DDFF-3B8C-9A77-8481C5F65D0D}"/>
                </a:ext>
              </a:extLst>
            </p:cNvPr>
            <p:cNvSpPr/>
            <p:nvPr/>
          </p:nvSpPr>
          <p:spPr>
            <a:xfrm flipH="1" flipV="1">
              <a:off x="9367546" y="357860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E2B824DD-1A89-55A1-B013-2670DE9AF1EF}"/>
                </a:ext>
              </a:extLst>
            </p:cNvPr>
            <p:cNvSpPr/>
            <p:nvPr/>
          </p:nvSpPr>
          <p:spPr>
            <a:xfrm flipH="1" flipV="1">
              <a:off x="9367546" y="3841314"/>
              <a:ext cx="131354" cy="13135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DDB97E8A-137F-6DA2-0940-7CB9506CD874}"/>
                </a:ext>
              </a:extLst>
            </p:cNvPr>
            <p:cNvSpPr/>
            <p:nvPr/>
          </p:nvSpPr>
          <p:spPr>
            <a:xfrm flipH="1" flipV="1">
              <a:off x="9367546" y="410402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60A0DE2A-6DD7-08DD-F57D-FC9C11477092}"/>
                </a:ext>
              </a:extLst>
            </p:cNvPr>
            <p:cNvSpPr/>
            <p:nvPr/>
          </p:nvSpPr>
          <p:spPr>
            <a:xfrm flipH="1" flipV="1">
              <a:off x="9367546" y="436673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BA7D576C-C8C3-709E-6804-417E0246295E}"/>
                </a:ext>
              </a:extLst>
            </p:cNvPr>
            <p:cNvSpPr/>
            <p:nvPr/>
          </p:nvSpPr>
          <p:spPr>
            <a:xfrm flipH="1" flipV="1">
              <a:off x="9498900" y="318454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153F6C7B-40BE-8267-EFF8-7E0AC1F1E32E}"/>
                </a:ext>
              </a:extLst>
            </p:cNvPr>
            <p:cNvSpPr/>
            <p:nvPr/>
          </p:nvSpPr>
          <p:spPr>
            <a:xfrm flipH="1" flipV="1">
              <a:off x="9498900" y="344725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653CD7C1-7905-FAD8-F076-E2CB73DFE207}"/>
                </a:ext>
              </a:extLst>
            </p:cNvPr>
            <p:cNvSpPr/>
            <p:nvPr/>
          </p:nvSpPr>
          <p:spPr>
            <a:xfrm flipH="1" flipV="1">
              <a:off x="9498900" y="370996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549E0777-C6F5-DD8E-7CBB-6251E5EC8A7B}"/>
                </a:ext>
              </a:extLst>
            </p:cNvPr>
            <p:cNvSpPr/>
            <p:nvPr/>
          </p:nvSpPr>
          <p:spPr>
            <a:xfrm flipH="1" flipV="1">
              <a:off x="9498900" y="397266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55292928-410E-D331-CD55-E36F6CB1E0B8}"/>
                </a:ext>
              </a:extLst>
            </p:cNvPr>
            <p:cNvSpPr/>
            <p:nvPr/>
          </p:nvSpPr>
          <p:spPr>
            <a:xfrm flipH="1" flipV="1">
              <a:off x="9498900" y="423537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A118DEFD-2AE3-9AFE-23E3-0180B105F50A}"/>
                </a:ext>
              </a:extLst>
            </p:cNvPr>
            <p:cNvSpPr/>
            <p:nvPr/>
          </p:nvSpPr>
          <p:spPr>
            <a:xfrm flipH="1" flipV="1">
              <a:off x="9498900" y="331589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178D194D-4138-E148-5BC0-EAC97130E284}"/>
                </a:ext>
              </a:extLst>
            </p:cNvPr>
            <p:cNvSpPr/>
            <p:nvPr/>
          </p:nvSpPr>
          <p:spPr>
            <a:xfrm flipH="1" flipV="1">
              <a:off x="9498900" y="357860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E22AD637-625B-9300-2497-1D1B1692695A}"/>
                </a:ext>
              </a:extLst>
            </p:cNvPr>
            <p:cNvSpPr/>
            <p:nvPr/>
          </p:nvSpPr>
          <p:spPr>
            <a:xfrm flipH="1" flipV="1">
              <a:off x="9498900" y="3841314"/>
              <a:ext cx="131354" cy="13135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DD8E7FDC-A63D-C394-B4A8-92D7F8D96C9A}"/>
                </a:ext>
              </a:extLst>
            </p:cNvPr>
            <p:cNvSpPr/>
            <p:nvPr/>
          </p:nvSpPr>
          <p:spPr>
            <a:xfrm flipH="1" flipV="1">
              <a:off x="9498900" y="410402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83A1B2CD-857C-E48A-0703-294B1D4FCFF8}"/>
                </a:ext>
              </a:extLst>
            </p:cNvPr>
            <p:cNvSpPr/>
            <p:nvPr/>
          </p:nvSpPr>
          <p:spPr>
            <a:xfrm flipH="1" flipV="1">
              <a:off x="9498900" y="436673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752F3DA0-D5E5-9D16-BA7D-A284BE069A78}"/>
                </a:ext>
              </a:extLst>
            </p:cNvPr>
            <p:cNvSpPr/>
            <p:nvPr/>
          </p:nvSpPr>
          <p:spPr>
            <a:xfrm flipH="1" flipV="1">
              <a:off x="9630254" y="318454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998AA9C8-8411-9ED8-8547-1B08BA789283}"/>
                </a:ext>
              </a:extLst>
            </p:cNvPr>
            <p:cNvSpPr/>
            <p:nvPr/>
          </p:nvSpPr>
          <p:spPr>
            <a:xfrm flipH="1" flipV="1">
              <a:off x="9630254" y="344725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E9869674-E3A9-0C37-615C-2B02FD8629E4}"/>
                </a:ext>
              </a:extLst>
            </p:cNvPr>
            <p:cNvSpPr/>
            <p:nvPr/>
          </p:nvSpPr>
          <p:spPr>
            <a:xfrm flipH="1" flipV="1">
              <a:off x="9630254" y="370996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555DF932-55A6-A32A-CEA8-ABA2E1A91F8C}"/>
                </a:ext>
              </a:extLst>
            </p:cNvPr>
            <p:cNvSpPr/>
            <p:nvPr/>
          </p:nvSpPr>
          <p:spPr>
            <a:xfrm flipH="1" flipV="1">
              <a:off x="9630254" y="397266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602E4D5C-2C67-E998-A396-A28C0E66CCA5}"/>
                </a:ext>
              </a:extLst>
            </p:cNvPr>
            <p:cNvSpPr/>
            <p:nvPr/>
          </p:nvSpPr>
          <p:spPr>
            <a:xfrm flipH="1" flipV="1">
              <a:off x="9630254" y="423537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B39A539C-10AA-838A-E579-DC5FD236BC73}"/>
                </a:ext>
              </a:extLst>
            </p:cNvPr>
            <p:cNvSpPr/>
            <p:nvPr/>
          </p:nvSpPr>
          <p:spPr>
            <a:xfrm flipH="1" flipV="1">
              <a:off x="9630254" y="331589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68A5DFE7-F65F-CBBB-CBE4-C0C2FA0AEE94}"/>
                </a:ext>
              </a:extLst>
            </p:cNvPr>
            <p:cNvSpPr/>
            <p:nvPr/>
          </p:nvSpPr>
          <p:spPr>
            <a:xfrm flipH="1" flipV="1">
              <a:off x="9630254" y="357860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37032DEC-A365-4DFE-F534-B05ED0B87EA6}"/>
                </a:ext>
              </a:extLst>
            </p:cNvPr>
            <p:cNvSpPr/>
            <p:nvPr/>
          </p:nvSpPr>
          <p:spPr>
            <a:xfrm flipH="1" flipV="1">
              <a:off x="9630254" y="3841314"/>
              <a:ext cx="131354" cy="13135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A8307F74-60B0-B461-2EF5-54D1DC33C331}"/>
                </a:ext>
              </a:extLst>
            </p:cNvPr>
            <p:cNvSpPr/>
            <p:nvPr/>
          </p:nvSpPr>
          <p:spPr>
            <a:xfrm flipH="1" flipV="1">
              <a:off x="9630254" y="410402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02716080-E564-5A7C-066F-FF395DE3AC21}"/>
                </a:ext>
              </a:extLst>
            </p:cNvPr>
            <p:cNvSpPr/>
            <p:nvPr/>
          </p:nvSpPr>
          <p:spPr>
            <a:xfrm flipH="1" flipV="1">
              <a:off x="9630254" y="436673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6471AD5C-BB21-642B-C242-20BE44EAA547}"/>
                </a:ext>
              </a:extLst>
            </p:cNvPr>
            <p:cNvSpPr/>
            <p:nvPr/>
          </p:nvSpPr>
          <p:spPr>
            <a:xfrm flipH="1" flipV="1">
              <a:off x="9761608" y="318454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42D0D569-5C88-9AA0-830E-C6EA4D7B6EF9}"/>
                </a:ext>
              </a:extLst>
            </p:cNvPr>
            <p:cNvSpPr/>
            <p:nvPr/>
          </p:nvSpPr>
          <p:spPr>
            <a:xfrm flipH="1" flipV="1">
              <a:off x="9761608" y="344725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BA4EE83D-8C8C-8676-CBC0-7512B7E0C3EE}"/>
                </a:ext>
              </a:extLst>
            </p:cNvPr>
            <p:cNvSpPr/>
            <p:nvPr/>
          </p:nvSpPr>
          <p:spPr>
            <a:xfrm flipH="1" flipV="1">
              <a:off x="9761608" y="370996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7AC7D758-2887-85D5-6617-CDBC5CB775D4}"/>
                </a:ext>
              </a:extLst>
            </p:cNvPr>
            <p:cNvSpPr/>
            <p:nvPr/>
          </p:nvSpPr>
          <p:spPr>
            <a:xfrm flipH="1" flipV="1">
              <a:off x="9761608" y="397266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A8FC828B-ECCB-607A-B3BE-287570F0D100}"/>
                </a:ext>
              </a:extLst>
            </p:cNvPr>
            <p:cNvSpPr/>
            <p:nvPr/>
          </p:nvSpPr>
          <p:spPr>
            <a:xfrm flipH="1" flipV="1">
              <a:off x="9761608" y="423537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4653017A-3F7A-5FAA-13A2-393FA96A1771}"/>
                </a:ext>
              </a:extLst>
            </p:cNvPr>
            <p:cNvSpPr/>
            <p:nvPr/>
          </p:nvSpPr>
          <p:spPr>
            <a:xfrm flipH="1" flipV="1">
              <a:off x="9761608" y="331589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8F7A118B-F650-4F00-87AF-C972902F0A3D}"/>
                </a:ext>
              </a:extLst>
            </p:cNvPr>
            <p:cNvSpPr/>
            <p:nvPr/>
          </p:nvSpPr>
          <p:spPr>
            <a:xfrm flipH="1" flipV="1">
              <a:off x="9761608" y="357860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AC19A46-EB7E-054E-E2EF-3A024A464618}"/>
                </a:ext>
              </a:extLst>
            </p:cNvPr>
            <p:cNvSpPr/>
            <p:nvPr/>
          </p:nvSpPr>
          <p:spPr>
            <a:xfrm flipH="1" flipV="1">
              <a:off x="9761608" y="3841314"/>
              <a:ext cx="131354" cy="13135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48877645-E116-CB8C-DAEB-BC88D2985863}"/>
                </a:ext>
              </a:extLst>
            </p:cNvPr>
            <p:cNvSpPr/>
            <p:nvPr/>
          </p:nvSpPr>
          <p:spPr>
            <a:xfrm flipH="1" flipV="1">
              <a:off x="9761608" y="410402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FB1B3E01-0C71-FCB4-D7AF-33312B8860D8}"/>
                </a:ext>
              </a:extLst>
            </p:cNvPr>
            <p:cNvSpPr/>
            <p:nvPr/>
          </p:nvSpPr>
          <p:spPr>
            <a:xfrm flipH="1" flipV="1">
              <a:off x="9761608" y="436673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571E77BC-FE8A-7C79-CE19-93228C2BB5F4}"/>
                </a:ext>
              </a:extLst>
            </p:cNvPr>
            <p:cNvSpPr/>
            <p:nvPr/>
          </p:nvSpPr>
          <p:spPr>
            <a:xfrm flipH="1" flipV="1">
              <a:off x="9892962" y="318454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1CE172A7-BF24-5706-5B2A-3A803EA0A713}"/>
                </a:ext>
              </a:extLst>
            </p:cNvPr>
            <p:cNvSpPr/>
            <p:nvPr/>
          </p:nvSpPr>
          <p:spPr>
            <a:xfrm flipH="1" flipV="1">
              <a:off x="9892962" y="344725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87C7F3AF-A2CF-8F90-3C42-02B9733A1E93}"/>
                </a:ext>
              </a:extLst>
            </p:cNvPr>
            <p:cNvSpPr/>
            <p:nvPr/>
          </p:nvSpPr>
          <p:spPr>
            <a:xfrm flipH="1" flipV="1">
              <a:off x="9892962" y="370996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4097C1EF-F8BA-FC2D-420A-5442B8888961}"/>
                </a:ext>
              </a:extLst>
            </p:cNvPr>
            <p:cNvSpPr/>
            <p:nvPr/>
          </p:nvSpPr>
          <p:spPr>
            <a:xfrm flipH="1" flipV="1">
              <a:off x="9892962" y="397266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44A47904-EFB0-EC00-0FAF-E0D2FD2F3330}"/>
                </a:ext>
              </a:extLst>
            </p:cNvPr>
            <p:cNvSpPr/>
            <p:nvPr/>
          </p:nvSpPr>
          <p:spPr>
            <a:xfrm flipH="1" flipV="1">
              <a:off x="9892962" y="423537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B0DBD360-D31B-C51A-186A-3B615E6872FD}"/>
                </a:ext>
              </a:extLst>
            </p:cNvPr>
            <p:cNvSpPr/>
            <p:nvPr/>
          </p:nvSpPr>
          <p:spPr>
            <a:xfrm flipH="1" flipV="1">
              <a:off x="9892962" y="331589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300B62D9-2724-8977-649F-F8F7752B897D}"/>
                </a:ext>
              </a:extLst>
            </p:cNvPr>
            <p:cNvSpPr/>
            <p:nvPr/>
          </p:nvSpPr>
          <p:spPr>
            <a:xfrm flipH="1" flipV="1">
              <a:off x="9892962" y="357860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8FD2DAA6-9AB9-53EB-DCCD-CEAF1C5CD651}"/>
                </a:ext>
              </a:extLst>
            </p:cNvPr>
            <p:cNvSpPr/>
            <p:nvPr/>
          </p:nvSpPr>
          <p:spPr>
            <a:xfrm flipH="1" flipV="1">
              <a:off x="9892962" y="3841314"/>
              <a:ext cx="131354" cy="13135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C037B163-A781-6925-7DCD-4373675887A1}"/>
                </a:ext>
              </a:extLst>
            </p:cNvPr>
            <p:cNvSpPr/>
            <p:nvPr/>
          </p:nvSpPr>
          <p:spPr>
            <a:xfrm flipH="1" flipV="1">
              <a:off x="9892962" y="410402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132A8924-AE3C-8565-6492-55920094FE78}"/>
                </a:ext>
              </a:extLst>
            </p:cNvPr>
            <p:cNvSpPr/>
            <p:nvPr/>
          </p:nvSpPr>
          <p:spPr>
            <a:xfrm flipH="1" flipV="1">
              <a:off x="9892962" y="436673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320AD04-A0F3-CA8D-779E-29EAACA7B3F8}"/>
                </a:ext>
              </a:extLst>
            </p:cNvPr>
            <p:cNvSpPr/>
            <p:nvPr/>
          </p:nvSpPr>
          <p:spPr>
            <a:xfrm flipH="1" flipV="1">
              <a:off x="10024316" y="318454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FDEFA301-EC62-84EF-5ED9-AB3C0EEE212B}"/>
                </a:ext>
              </a:extLst>
            </p:cNvPr>
            <p:cNvSpPr/>
            <p:nvPr/>
          </p:nvSpPr>
          <p:spPr>
            <a:xfrm flipH="1" flipV="1">
              <a:off x="10024316" y="344725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B562A0DC-5CB7-EC9B-2CE3-5105E9F519E2}"/>
                </a:ext>
              </a:extLst>
            </p:cNvPr>
            <p:cNvSpPr/>
            <p:nvPr/>
          </p:nvSpPr>
          <p:spPr>
            <a:xfrm flipH="1" flipV="1">
              <a:off x="10024316" y="370996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38B00B1C-A380-0E1B-8CA4-5C14F5E28FA2}"/>
                </a:ext>
              </a:extLst>
            </p:cNvPr>
            <p:cNvSpPr/>
            <p:nvPr/>
          </p:nvSpPr>
          <p:spPr>
            <a:xfrm flipH="1" flipV="1">
              <a:off x="10024316" y="397266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C24D8E19-B8A9-0DB0-B3A6-CA17E3189030}"/>
                </a:ext>
              </a:extLst>
            </p:cNvPr>
            <p:cNvSpPr/>
            <p:nvPr/>
          </p:nvSpPr>
          <p:spPr>
            <a:xfrm flipH="1" flipV="1">
              <a:off x="10024316" y="423537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973DD94E-B90F-85F5-8E61-1F6DBF705892}"/>
                </a:ext>
              </a:extLst>
            </p:cNvPr>
            <p:cNvSpPr/>
            <p:nvPr/>
          </p:nvSpPr>
          <p:spPr>
            <a:xfrm flipH="1" flipV="1">
              <a:off x="10024316" y="331589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F3A56C23-79F7-279D-03AD-F30343746DE5}"/>
                </a:ext>
              </a:extLst>
            </p:cNvPr>
            <p:cNvSpPr/>
            <p:nvPr/>
          </p:nvSpPr>
          <p:spPr>
            <a:xfrm flipH="1" flipV="1">
              <a:off x="10024316" y="357860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95886EBA-D4A0-D441-D1ED-51272EAD7ACC}"/>
                </a:ext>
              </a:extLst>
            </p:cNvPr>
            <p:cNvSpPr/>
            <p:nvPr/>
          </p:nvSpPr>
          <p:spPr>
            <a:xfrm flipH="1" flipV="1">
              <a:off x="10024316" y="3841314"/>
              <a:ext cx="131354" cy="13135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82ADB9D6-7ABD-B4F9-27F7-509C46D1AB11}"/>
                </a:ext>
              </a:extLst>
            </p:cNvPr>
            <p:cNvSpPr/>
            <p:nvPr/>
          </p:nvSpPr>
          <p:spPr>
            <a:xfrm flipH="1" flipV="1">
              <a:off x="10024316" y="410402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0B2D82DD-95A5-622C-587D-E9B0B0DF7402}"/>
                </a:ext>
              </a:extLst>
            </p:cNvPr>
            <p:cNvSpPr/>
            <p:nvPr/>
          </p:nvSpPr>
          <p:spPr>
            <a:xfrm flipH="1" flipV="1">
              <a:off x="10024316" y="436673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DF9EC457-33D0-1590-A626-52D40BFC39F7}"/>
                </a:ext>
              </a:extLst>
            </p:cNvPr>
            <p:cNvSpPr/>
            <p:nvPr/>
          </p:nvSpPr>
          <p:spPr>
            <a:xfrm flipH="1" flipV="1">
              <a:off x="10155670" y="318454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A0D47C46-AC47-4239-F113-634AA0BC930A}"/>
                </a:ext>
              </a:extLst>
            </p:cNvPr>
            <p:cNvSpPr/>
            <p:nvPr/>
          </p:nvSpPr>
          <p:spPr>
            <a:xfrm flipH="1" flipV="1">
              <a:off x="10155670" y="344725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E11F9C61-4EBF-F458-E8DE-674E8CC2627E}"/>
                </a:ext>
              </a:extLst>
            </p:cNvPr>
            <p:cNvSpPr/>
            <p:nvPr/>
          </p:nvSpPr>
          <p:spPr>
            <a:xfrm flipH="1" flipV="1">
              <a:off x="10155670" y="370996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77C35C50-725D-7FE3-A0A2-924048B3EB17}"/>
                </a:ext>
              </a:extLst>
            </p:cNvPr>
            <p:cNvSpPr/>
            <p:nvPr/>
          </p:nvSpPr>
          <p:spPr>
            <a:xfrm flipH="1" flipV="1">
              <a:off x="10155670" y="397266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DB2762A0-894A-B10B-941D-77CBD5D2A406}"/>
                </a:ext>
              </a:extLst>
            </p:cNvPr>
            <p:cNvSpPr/>
            <p:nvPr/>
          </p:nvSpPr>
          <p:spPr>
            <a:xfrm flipH="1" flipV="1">
              <a:off x="10155670" y="423537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BB9F6A57-2063-84F3-0EB7-9943D3619654}"/>
                </a:ext>
              </a:extLst>
            </p:cNvPr>
            <p:cNvSpPr/>
            <p:nvPr/>
          </p:nvSpPr>
          <p:spPr>
            <a:xfrm flipH="1" flipV="1">
              <a:off x="10155670" y="3315898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C4481845-79BF-6596-FD42-B6EA320348EC}"/>
                </a:ext>
              </a:extLst>
            </p:cNvPr>
            <p:cNvSpPr/>
            <p:nvPr/>
          </p:nvSpPr>
          <p:spPr>
            <a:xfrm flipH="1" flipV="1">
              <a:off x="10155670" y="3578606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58416902-7E9F-3BF1-3E60-9342657A8912}"/>
                </a:ext>
              </a:extLst>
            </p:cNvPr>
            <p:cNvSpPr/>
            <p:nvPr/>
          </p:nvSpPr>
          <p:spPr>
            <a:xfrm flipH="1" flipV="1">
              <a:off x="10155670" y="3841314"/>
              <a:ext cx="131354" cy="13135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F514AF6E-0C79-72D5-2778-14711F71948B}"/>
                </a:ext>
              </a:extLst>
            </p:cNvPr>
            <p:cNvSpPr/>
            <p:nvPr/>
          </p:nvSpPr>
          <p:spPr>
            <a:xfrm flipH="1" flipV="1">
              <a:off x="10155670" y="4104022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1320A0EF-34E1-540F-43DD-8A8FB400C1EC}"/>
                </a:ext>
              </a:extLst>
            </p:cNvPr>
            <p:cNvSpPr/>
            <p:nvPr/>
          </p:nvSpPr>
          <p:spPr>
            <a:xfrm flipH="1" flipV="1">
              <a:off x="10155670" y="4366730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278C6CAB-D9F9-E3AA-082C-D467467B7C87}"/>
                </a:ext>
              </a:extLst>
            </p:cNvPr>
            <p:cNvSpPr/>
            <p:nvPr/>
          </p:nvSpPr>
          <p:spPr>
            <a:xfrm flipH="1" flipV="1">
              <a:off x="8842130" y="449808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E1AD93D0-D354-AC17-F762-889764743067}"/>
                </a:ext>
              </a:extLst>
            </p:cNvPr>
            <p:cNvSpPr/>
            <p:nvPr/>
          </p:nvSpPr>
          <p:spPr>
            <a:xfrm flipH="1" flipV="1">
              <a:off x="8973484" y="449808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B8B7EC30-A74D-FBC0-816E-5C7A08BA6244}"/>
                </a:ext>
              </a:extLst>
            </p:cNvPr>
            <p:cNvSpPr/>
            <p:nvPr/>
          </p:nvSpPr>
          <p:spPr>
            <a:xfrm flipH="1" flipV="1">
              <a:off x="9104838" y="449808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EAB1943B-A751-88A0-51E1-4C155DA087CD}"/>
                </a:ext>
              </a:extLst>
            </p:cNvPr>
            <p:cNvSpPr/>
            <p:nvPr/>
          </p:nvSpPr>
          <p:spPr>
            <a:xfrm flipH="1" flipV="1">
              <a:off x="9236192" y="449808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5FDC4101-7B2C-B386-139F-9C60569350FA}"/>
                </a:ext>
              </a:extLst>
            </p:cNvPr>
            <p:cNvSpPr/>
            <p:nvPr/>
          </p:nvSpPr>
          <p:spPr>
            <a:xfrm flipH="1" flipV="1">
              <a:off x="9367546" y="449808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AB7276FC-AA7A-DDAF-4851-3784D17EC6C3}"/>
                </a:ext>
              </a:extLst>
            </p:cNvPr>
            <p:cNvSpPr/>
            <p:nvPr/>
          </p:nvSpPr>
          <p:spPr>
            <a:xfrm flipH="1" flipV="1">
              <a:off x="9498900" y="449808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68FFFB9A-0C04-6E0B-7C50-ADA3322DA010}"/>
                </a:ext>
              </a:extLst>
            </p:cNvPr>
            <p:cNvSpPr/>
            <p:nvPr/>
          </p:nvSpPr>
          <p:spPr>
            <a:xfrm flipH="1" flipV="1">
              <a:off x="9630254" y="449808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05B7CDB5-92B1-030F-C509-6EF3646C4DBD}"/>
                </a:ext>
              </a:extLst>
            </p:cNvPr>
            <p:cNvSpPr/>
            <p:nvPr/>
          </p:nvSpPr>
          <p:spPr>
            <a:xfrm flipH="1" flipV="1">
              <a:off x="9761608" y="449808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8FD0BF46-7964-7949-2AA1-2974315959B0}"/>
                </a:ext>
              </a:extLst>
            </p:cNvPr>
            <p:cNvSpPr/>
            <p:nvPr/>
          </p:nvSpPr>
          <p:spPr>
            <a:xfrm flipH="1" flipV="1">
              <a:off x="9892962" y="449808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04DDC50D-593C-D86D-7616-20A0EBBA0F5D}"/>
                </a:ext>
              </a:extLst>
            </p:cNvPr>
            <p:cNvSpPr/>
            <p:nvPr/>
          </p:nvSpPr>
          <p:spPr>
            <a:xfrm flipH="1" flipV="1">
              <a:off x="10024316" y="449808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02B2D011-50FB-BFEA-FDE9-D5BD42BED338}"/>
                </a:ext>
              </a:extLst>
            </p:cNvPr>
            <p:cNvSpPr/>
            <p:nvPr/>
          </p:nvSpPr>
          <p:spPr>
            <a:xfrm flipH="1" flipV="1">
              <a:off x="10155670" y="4498084"/>
              <a:ext cx="131354" cy="1313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3" name="Rectangle 232">
            <a:extLst>
              <a:ext uri="{FF2B5EF4-FFF2-40B4-BE49-F238E27FC236}">
                <a16:creationId xmlns:a16="http://schemas.microsoft.com/office/drawing/2014/main" id="{45E9A638-5794-5B98-4457-E7EF06022FAC}"/>
              </a:ext>
            </a:extLst>
          </p:cNvPr>
          <p:cNvSpPr/>
          <p:nvPr/>
        </p:nvSpPr>
        <p:spPr>
          <a:xfrm flipH="1" flipV="1">
            <a:off x="9192330" y="5668670"/>
            <a:ext cx="131354" cy="1313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BA19D0D-BDA0-D22F-0E04-EA3CB4B6F216}"/>
              </a:ext>
            </a:extLst>
          </p:cNvPr>
          <p:cNvSpPr/>
          <p:nvPr/>
        </p:nvSpPr>
        <p:spPr>
          <a:xfrm flipH="1" flipV="1">
            <a:off x="9944249" y="5668670"/>
            <a:ext cx="131354" cy="131354"/>
          </a:xfrm>
          <a:prstGeom prst="rect">
            <a:avLst/>
          </a:pr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59F77759-7EA4-9D92-A870-E03B7EC7DEB1}"/>
              </a:ext>
            </a:extLst>
          </p:cNvPr>
          <p:cNvSpPr txBox="1"/>
          <p:nvPr/>
        </p:nvSpPr>
        <p:spPr>
          <a:xfrm>
            <a:off x="9269764" y="5548751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0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245D3C9E-42B0-6649-5C04-159D923A2246}"/>
              </a:ext>
            </a:extLst>
          </p:cNvPr>
          <p:cNvSpPr txBox="1"/>
          <p:nvPr/>
        </p:nvSpPr>
        <p:spPr>
          <a:xfrm>
            <a:off x="10046131" y="5548751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1/size</a:t>
            </a:r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1C31C6BD-A100-C4F9-BE5A-386760AD4CC8}"/>
              </a:ext>
            </a:extLst>
          </p:cNvPr>
          <p:cNvCxnSpPr>
            <a:cxnSpLocks/>
          </p:cNvCxnSpPr>
          <p:nvPr/>
        </p:nvCxnSpPr>
        <p:spPr>
          <a:xfrm>
            <a:off x="6468897" y="4956008"/>
            <a:ext cx="2554787" cy="612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8">
            <a:extLst>
              <a:ext uri="{FF2B5EF4-FFF2-40B4-BE49-F238E27FC236}">
                <a16:creationId xmlns:a16="http://schemas.microsoft.com/office/drawing/2014/main" id="{9E1DAAAE-CE55-6AAC-A0CE-3AA6D04125C5}"/>
              </a:ext>
            </a:extLst>
          </p:cNvPr>
          <p:cNvCxnSpPr>
            <a:cxnSpLocks/>
          </p:cNvCxnSpPr>
          <p:nvPr/>
        </p:nvCxnSpPr>
        <p:spPr>
          <a:xfrm>
            <a:off x="4362786" y="2875564"/>
            <a:ext cx="513879" cy="4561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10">
            <a:extLst>
              <a:ext uri="{FF2B5EF4-FFF2-40B4-BE49-F238E27FC236}">
                <a16:creationId xmlns:a16="http://schemas.microsoft.com/office/drawing/2014/main" id="{6F3D1984-19C7-9339-C157-4B394F8CFB7A}"/>
              </a:ext>
            </a:extLst>
          </p:cNvPr>
          <p:cNvSpPr txBox="1"/>
          <p:nvPr/>
        </p:nvSpPr>
        <p:spPr>
          <a:xfrm>
            <a:off x="4919624" y="3046182"/>
            <a:ext cx="41656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b="0" i="1" dirty="0">
                <a:solidFill>
                  <a:srgbClr val="000000"/>
                </a:solidFill>
                <a:effectLst/>
                <a:latin typeface="Helvetica" pitchFamily="2" charset="0"/>
              </a:rPr>
              <a:t>when </a:t>
            </a:r>
            <a:r>
              <a:rPr lang="en-HK" b="0" i="1" dirty="0" err="1">
                <a:solidFill>
                  <a:srgbClr val="000000"/>
                </a:solidFill>
                <a:effectLst/>
                <a:latin typeface="Helvetica" pitchFamily="2" charset="0"/>
              </a:rPr>
              <a:t>ddepth</a:t>
            </a:r>
            <a:r>
              <a:rPr lang="en-HK" b="0" i="1" dirty="0">
                <a:solidFill>
                  <a:srgbClr val="000000"/>
                </a:solidFill>
                <a:effectLst/>
                <a:latin typeface="Helvetica" pitchFamily="2" charset="0"/>
              </a:rPr>
              <a:t>=-1, the output image will have the same depth as the source.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248639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skiing down a mountain&#10;&#10;Description automatically generated with low confidence">
            <a:extLst>
              <a:ext uri="{FF2B5EF4-FFF2-40B4-BE49-F238E27FC236}">
                <a16:creationId xmlns:a16="http://schemas.microsoft.com/office/drawing/2014/main" id="{0A6C8C4B-799E-1B2A-B97B-93E76ECE0E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297" y="3603171"/>
            <a:ext cx="3178630" cy="3015217"/>
          </a:xfrm>
          <a:prstGeom prst="rect">
            <a:avLst/>
          </a:prstGeom>
        </p:spPr>
      </p:pic>
      <p:pic>
        <p:nvPicPr>
          <p:cNvPr id="7" name="Picture 6" descr="A person skiing on the snow&#10;&#10;Description automatically generated with medium confidence">
            <a:extLst>
              <a:ext uri="{FF2B5EF4-FFF2-40B4-BE49-F238E27FC236}">
                <a16:creationId xmlns:a16="http://schemas.microsoft.com/office/drawing/2014/main" id="{838F0381-4D63-E86F-BA01-700A253694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855" y="125310"/>
            <a:ext cx="3178630" cy="30152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7E696E-49D3-483F-8523-2109964284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88" y="125310"/>
            <a:ext cx="3178630" cy="3015218"/>
          </a:xfrm>
          <a:prstGeom prst="rect">
            <a:avLst/>
          </a:prstGeom>
        </p:spPr>
      </p:pic>
      <p:pic>
        <p:nvPicPr>
          <p:cNvPr id="11" name="Picture 10" descr="A person skiing down a slope&#10;&#10;Description automatically generated with medium confidence">
            <a:extLst>
              <a:ext uri="{FF2B5EF4-FFF2-40B4-BE49-F238E27FC236}">
                <a16:creationId xmlns:a16="http://schemas.microsoft.com/office/drawing/2014/main" id="{FC070122-61D7-8B49-DC56-DF5C56A8DC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315" y="3603171"/>
            <a:ext cx="3178629" cy="30152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1EADE7-2C4A-A448-E53C-55E6CCE17225}"/>
              </a:ext>
            </a:extLst>
          </p:cNvPr>
          <p:cNvSpPr txBox="1"/>
          <p:nvPr/>
        </p:nvSpPr>
        <p:spPr>
          <a:xfrm>
            <a:off x="880888" y="125310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Original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84DE6D-4773-62B6-E73A-C7AA93F98B2E}"/>
              </a:ext>
            </a:extLst>
          </p:cNvPr>
          <p:cNvSpPr txBox="1"/>
          <p:nvPr/>
        </p:nvSpPr>
        <p:spPr>
          <a:xfrm>
            <a:off x="5347855" y="125309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Sharpening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022740-4B0A-315D-7AD6-1C0B03FB104D}"/>
              </a:ext>
            </a:extLst>
          </p:cNvPr>
          <p:cNvSpPr txBox="1"/>
          <p:nvPr/>
        </p:nvSpPr>
        <p:spPr>
          <a:xfrm>
            <a:off x="3540297" y="3603171"/>
            <a:ext cx="1306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Motion blur</a:t>
            </a:r>
          </a:p>
          <a:p>
            <a:r>
              <a:rPr lang="en-US" dirty="0">
                <a:solidFill>
                  <a:srgbClr val="FF0000"/>
                </a:solidFill>
              </a:rPr>
              <a:t>K=31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72EED4-63D7-5663-2908-4B7E087FB946}"/>
              </a:ext>
            </a:extLst>
          </p:cNvPr>
          <p:cNvSpPr txBox="1"/>
          <p:nvPr/>
        </p:nvSpPr>
        <p:spPr>
          <a:xfrm>
            <a:off x="7685315" y="3603171"/>
            <a:ext cx="1306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Motion blur</a:t>
            </a:r>
          </a:p>
          <a:p>
            <a:r>
              <a:rPr lang="en-US" dirty="0">
                <a:solidFill>
                  <a:srgbClr val="FF0000"/>
                </a:solidFill>
              </a:rPr>
              <a:t>K=51</a:t>
            </a:r>
          </a:p>
        </p:txBody>
      </p:sp>
    </p:spTree>
    <p:extLst>
      <p:ext uri="{BB962C8B-B14F-4D97-AF65-F5344CB8AC3E}">
        <p14:creationId xmlns:p14="http://schemas.microsoft.com/office/powerpoint/2010/main" val="1620549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80ED1A3-8BA8-CB72-25A2-95DABBD6C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-135618"/>
            <a:ext cx="10515600" cy="1325563"/>
          </a:xfrm>
        </p:spPr>
        <p:txBody>
          <a:bodyPr/>
          <a:lstStyle/>
          <a:p>
            <a:r>
              <a:rPr lang="en-US" dirty="0"/>
              <a:t>ex</a:t>
            </a:r>
            <a:r>
              <a:rPr lang="en-US" altLang="zh-CN" dirty="0"/>
              <a:t>3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7BF317-1CB3-6CB9-99E2-FC5807960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6" y="940798"/>
            <a:ext cx="7222712" cy="552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710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18161F-D22D-68F9-CCB1-FF5596C7E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6" y="940798"/>
            <a:ext cx="7222712" cy="552439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80ED1A3-8BA8-CB72-25A2-95DABBD6C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-135618"/>
            <a:ext cx="10515600" cy="1325563"/>
          </a:xfrm>
        </p:spPr>
        <p:txBody>
          <a:bodyPr/>
          <a:lstStyle/>
          <a:p>
            <a:r>
              <a:rPr lang="en-US" dirty="0"/>
              <a:t>ex</a:t>
            </a:r>
            <a:r>
              <a:rPr lang="en-US" altLang="zh-CN" dirty="0"/>
              <a:t>3</a:t>
            </a:r>
            <a:endParaRPr lang="en-US" dirty="0"/>
          </a:p>
        </p:txBody>
      </p:sp>
      <p:pic>
        <p:nvPicPr>
          <p:cNvPr id="9" name="Picture 8" descr="Diagram, engineering drawing&#10;&#10;Description automatically generated">
            <a:extLst>
              <a:ext uri="{FF2B5EF4-FFF2-40B4-BE49-F238E27FC236}">
                <a16:creationId xmlns:a16="http://schemas.microsoft.com/office/drawing/2014/main" id="{2323BB69-1964-060F-1595-56F6D1CCB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486" y="275021"/>
            <a:ext cx="3022600" cy="22606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61E13B-5F33-2353-014A-BD58A85AD7DB}"/>
              </a:ext>
            </a:extLst>
          </p:cNvPr>
          <p:cNvCxnSpPr>
            <a:cxnSpLocks/>
          </p:cNvCxnSpPr>
          <p:nvPr/>
        </p:nvCxnSpPr>
        <p:spPr>
          <a:xfrm flipV="1">
            <a:off x="7115492" y="2125523"/>
            <a:ext cx="862648" cy="6133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5A03D8E-9E22-2E20-DD3F-BA4F6986F2EC}"/>
              </a:ext>
            </a:extLst>
          </p:cNvPr>
          <p:cNvSpPr/>
          <p:nvPr/>
        </p:nvSpPr>
        <p:spPr>
          <a:xfrm>
            <a:off x="620486" y="1667021"/>
            <a:ext cx="6495006" cy="1325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915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D0455A-142D-BD6A-BFC1-A5A2C498F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6" y="940798"/>
            <a:ext cx="7222712" cy="552439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80ED1A3-8BA8-CB72-25A2-95DABBD6C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-135618"/>
            <a:ext cx="10515600" cy="1325563"/>
          </a:xfrm>
        </p:spPr>
        <p:txBody>
          <a:bodyPr/>
          <a:lstStyle/>
          <a:p>
            <a:r>
              <a:rPr lang="en-US" dirty="0"/>
              <a:t>ex</a:t>
            </a:r>
            <a:r>
              <a:rPr lang="en-US" altLang="zh-CN" dirty="0"/>
              <a:t>3</a:t>
            </a:r>
            <a:endParaRPr lang="en-US" dirty="0"/>
          </a:p>
        </p:txBody>
      </p:sp>
      <p:pic>
        <p:nvPicPr>
          <p:cNvPr id="7" name="Picture 6" descr="A person with a beard&#10;&#10;Description automatically generated with low confidence">
            <a:extLst>
              <a:ext uri="{FF2B5EF4-FFF2-40B4-BE49-F238E27FC236}">
                <a16:creationId xmlns:a16="http://schemas.microsoft.com/office/drawing/2014/main" id="{6E7EE979-A50B-1437-4A37-9D64723C08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28" y="925332"/>
            <a:ext cx="3022600" cy="2260600"/>
          </a:xfrm>
          <a:prstGeom prst="rect">
            <a:avLst/>
          </a:prstGeom>
        </p:spPr>
      </p:pic>
      <p:pic>
        <p:nvPicPr>
          <p:cNvPr id="9" name="Picture 8" descr="Diagram, engineering drawing&#10;&#10;Description automatically generated">
            <a:extLst>
              <a:ext uri="{FF2B5EF4-FFF2-40B4-BE49-F238E27FC236}">
                <a16:creationId xmlns:a16="http://schemas.microsoft.com/office/drawing/2014/main" id="{2323BB69-1964-060F-1595-56F6D1CCBE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486" y="275021"/>
            <a:ext cx="3022600" cy="22606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265DBD-7969-C598-1FF3-BA2DB0BE49B3}"/>
              </a:ext>
            </a:extLst>
          </p:cNvPr>
          <p:cNvCxnSpPr>
            <a:cxnSpLocks/>
          </p:cNvCxnSpPr>
          <p:nvPr/>
        </p:nvCxnSpPr>
        <p:spPr>
          <a:xfrm flipH="1" flipV="1">
            <a:off x="663021" y="3333340"/>
            <a:ext cx="212897" cy="11989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F3E3EA0-0AE7-E230-3457-61C4008F36E9}"/>
              </a:ext>
            </a:extLst>
          </p:cNvPr>
          <p:cNvSpPr/>
          <p:nvPr/>
        </p:nvSpPr>
        <p:spPr>
          <a:xfrm>
            <a:off x="795235" y="4357548"/>
            <a:ext cx="6915749" cy="12420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11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D0455A-142D-BD6A-BFC1-A5A2C498F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86" y="940798"/>
            <a:ext cx="7222712" cy="552439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80ED1A3-8BA8-CB72-25A2-95DABBD6C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-135618"/>
            <a:ext cx="10515600" cy="1325563"/>
          </a:xfrm>
        </p:spPr>
        <p:txBody>
          <a:bodyPr/>
          <a:lstStyle/>
          <a:p>
            <a:r>
              <a:rPr lang="en-US" dirty="0"/>
              <a:t>ex</a:t>
            </a:r>
            <a:r>
              <a:rPr lang="en-US" altLang="zh-CN" dirty="0"/>
              <a:t>3</a:t>
            </a:r>
            <a:endParaRPr lang="en-US" dirty="0"/>
          </a:p>
        </p:txBody>
      </p:sp>
      <p:pic>
        <p:nvPicPr>
          <p:cNvPr id="9" name="Picture 8" descr="Diagram, engineering drawing&#10;&#10;Description automatically generated">
            <a:extLst>
              <a:ext uri="{FF2B5EF4-FFF2-40B4-BE49-F238E27FC236}">
                <a16:creationId xmlns:a16="http://schemas.microsoft.com/office/drawing/2014/main" id="{2323BB69-1964-060F-1595-56F6D1CCBE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486" y="275021"/>
            <a:ext cx="3022600" cy="2260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F3E3EA0-0AE7-E230-3457-61C4008F36E9}"/>
              </a:ext>
            </a:extLst>
          </p:cNvPr>
          <p:cNvSpPr/>
          <p:nvPr/>
        </p:nvSpPr>
        <p:spPr>
          <a:xfrm>
            <a:off x="773967" y="5578997"/>
            <a:ext cx="6957922" cy="5670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D62B493F-C12D-7ABC-4DE1-FC98801573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486" y="3429000"/>
            <a:ext cx="3022600" cy="22606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002CB1-FB51-03EB-C6C6-BBD72CC901D3}"/>
              </a:ext>
            </a:extLst>
          </p:cNvPr>
          <p:cNvCxnSpPr>
            <a:cxnSpLocks/>
          </p:cNvCxnSpPr>
          <p:nvPr/>
        </p:nvCxnSpPr>
        <p:spPr>
          <a:xfrm flipV="1">
            <a:off x="7350306" y="5314290"/>
            <a:ext cx="751606" cy="529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person with a beard&#10;&#10;Description automatically generated with low confidence">
            <a:extLst>
              <a:ext uri="{FF2B5EF4-FFF2-40B4-BE49-F238E27FC236}">
                <a16:creationId xmlns:a16="http://schemas.microsoft.com/office/drawing/2014/main" id="{61393013-FE13-FBFC-1271-D192CA846D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28" y="925332"/>
            <a:ext cx="30226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424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29B6A523-ADD8-6085-4FA5-E33B62314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765" y="1630680"/>
            <a:ext cx="3715421" cy="2778760"/>
          </a:xfrm>
          <a:prstGeom prst="rect">
            <a:avLst/>
          </a:prstGeom>
        </p:spPr>
      </p:pic>
      <p:sp>
        <p:nvSpPr>
          <p:cNvPr id="3" name="TextBox 13">
            <a:extLst>
              <a:ext uri="{FF2B5EF4-FFF2-40B4-BE49-F238E27FC236}">
                <a16:creationId xmlns:a16="http://schemas.microsoft.com/office/drawing/2014/main" id="{45A79898-CE19-8C5A-BA3F-D1F5961C2499}"/>
              </a:ext>
            </a:extLst>
          </p:cNvPr>
          <p:cNvSpPr txBox="1"/>
          <p:nvPr/>
        </p:nvSpPr>
        <p:spPr>
          <a:xfrm>
            <a:off x="6670765" y="1630680"/>
            <a:ext cx="1315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Cartoonized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1440470-6E40-FD12-D7E7-2BB5CD61AC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79" y="1630680"/>
            <a:ext cx="3715421" cy="2778760"/>
          </a:xfrm>
          <a:prstGeom prst="rect">
            <a:avLst/>
          </a:prstGeom>
        </p:spPr>
      </p:pic>
      <p:sp>
        <p:nvSpPr>
          <p:cNvPr id="10" name="TextBox 13">
            <a:extLst>
              <a:ext uri="{FF2B5EF4-FFF2-40B4-BE49-F238E27FC236}">
                <a16:creationId xmlns:a16="http://schemas.microsoft.com/office/drawing/2014/main" id="{33E437C1-58CC-93A1-054E-1CBB15741A1C}"/>
              </a:ext>
            </a:extLst>
          </p:cNvPr>
          <p:cNvSpPr txBox="1"/>
          <p:nvPr/>
        </p:nvSpPr>
        <p:spPr>
          <a:xfrm>
            <a:off x="1059179" y="1630680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1467538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4622</TotalTime>
  <Words>358</Words>
  <Application>Microsoft Office PowerPoint</Application>
  <PresentationFormat>宽屏</PresentationFormat>
  <Paragraphs>50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Helvetica</vt:lpstr>
      <vt:lpstr>Office Theme</vt:lpstr>
      <vt:lpstr> Programming Exercises  using OpenCV   tutorial week 4</vt:lpstr>
      <vt:lpstr>ex1</vt:lpstr>
      <vt:lpstr>PowerPoint 演示文稿</vt:lpstr>
      <vt:lpstr>ex2</vt:lpstr>
      <vt:lpstr>ex2</vt:lpstr>
      <vt:lpstr>PowerPoint 演示文稿</vt:lpstr>
      <vt:lpstr>ex3</vt:lpstr>
      <vt:lpstr>ex3</vt:lpstr>
      <vt:lpstr>ex3</vt:lpstr>
      <vt:lpstr>ex3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OpenCV</dc:title>
  <dc:creator>QIAO Xiaotian</dc:creator>
  <cp:lastModifiedBy>天立 石</cp:lastModifiedBy>
  <cp:revision>248</cp:revision>
  <dcterms:created xsi:type="dcterms:W3CDTF">2018-01-24T04:02:56Z</dcterms:created>
  <dcterms:modified xsi:type="dcterms:W3CDTF">2024-10-02T09:00:05Z</dcterms:modified>
</cp:coreProperties>
</file>